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90354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vais vous montrer comment Maximo et watsonx Orchestrate s'articulent sur un cas de maintenance réel, traité de bout en bout. L'idée n'est pas de parler d'IA en général, mais de regarder ce qui change concrètement dans le quotidien d'un manager de maintenance.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Commençons par la situation actuelle, avant toute automatisation.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incident, ce n'est pas qu'un ticket. C'est un diagnostic à retrouver, un stock à vérifier, une intervention à planifier, une équipe à prévenir — répartis dans quatre outils différents. Le manager fait la couture entre eux, et l'essentiel du temps part dans cette navigation, pas dans la décision.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cas que la démo déroule. Rien d'exceptionnel : une pompe qui fait un bruit suspect, un ticket ouvert. Tout le travail vient après, dans la coordination. C'est précisément ce travail-là qu'on va observer.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Regardons maintenant ce que devient ce même incident avec un assistant.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bascule tient en une phrase : le manager arrête de jongler. Il décrit ce qu'il veut, et l'assistant se charge d'aller lire ServiceNow, interroger Maximo, vérifier le stock, prévenir l'équipe. Cinq systèmes derrière, une seule conversation devant.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L'architecture reste lisible : un orchestrateur qui ne décide de rien d'autre que « à qui je passe la main », et cinq agents qui connaissent chacun un seul système. C'est ce cloisonnement qui permet d'étendre sans tout casser : un système de plus, c'est un agent de plus, pas une refonte.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le point que vos équipes risque vont regarder en premier. L'agent ne décide jamais seul d'écrire. Il pose noir sur blanc ce qu'il s'apprête à faire et attend un oui. Tant qu'il n'y a pas ce oui, rien n'est modifié dans vos systèmes.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Autre mécanisme utile : l'enchaînement. Quand ServiceNow clôt l'incident, il peut indiquer dans sa réponse qu'il faut prévenir l'équipe. L'orchestrateur s'en occupe sans qu'on ait à le demander. On évite les oublis de communication, et chaque agent garde un périmètre net.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Venons-en à ce qui décide : le gain de temps, les fondations, et la suite.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gain principal, c'est du temps : on divise par trois ou quatre la durée de traitement, on supprime les oublis, on fiabilise la saisie, et on obtient une trace complète. Je vous donne un ordre de grandeur, mais le vrai chiffrage, on le fait sur vos données.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Rien de tout cela n'est expérimental. Maximo équipe déjà des milliers d'industriels. watsonx Orchestrate apporte les agents, les connecteurs et la gouvernance. L'intérêt, c'est la combinaison : la connaissance métier d'un côté, l'orchestration de l'autre.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que vous voyez sur quatre systèmes se généralise sans changer de méthode. Tout ce qui a une API peut devenir un agent. Et comme chaque agent reste isolé sur son domaine, on grossit sans que la complexité explose.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 la suite, on avance par étapes courtes et mesurées : un cadrage, un POC sur vos données, un pilote, puis le déploiement. Le plus simple pour démarrer, c'est l'atelier de découverte : deux heures, sans engagement, pour repérer ensemble les premiers cas à fort effet.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1.png"/><Relationship Id="rId7"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0.png"/><Relationship Id="rId4" Type="http://schemas.openxmlformats.org/officeDocument/2006/relationships/image" Target="../media/image3.png"/><Relationship Id="rId9"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15.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5.png"/><Relationship Id="rId7"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DEBEF"/>
        </a:solidFill>
        <a:effectLst/>
      </p:bgPr>
    </p:bg>
    <p:spTree>
      <p:nvGrpSpPr>
        <p:cNvPr id="1" name=""/>
        <p:cNvGrpSpPr/>
        <p:nvPr/>
      </p:nvGrpSpPr>
      <p:grpSpPr>
        <a:xfrm>
          <a:off x="0" y="0"/>
          <a:ext cx="0" cy="0"/>
          <a:chOff x="0" y="0"/>
          <a:chExt cx="0" cy="0"/>
        </a:xfrm>
      </p:grpSpPr>
      <p:pic>
        <p:nvPicPr>
          <p:cNvPr id="2" name="Image 0" descr="assets/motif.png"/>
          <p:cNvPicPr>
            <a:picLocks noChangeAspect="1"/>
          </p:cNvPicPr>
          <p:nvPr/>
        </p:nvPicPr>
        <p:blipFill>
          <a:blip r:embed="rId3"/>
          <a:srcRect b="3223"/>
          <a:stretch>
            <a:fillRect/>
          </a:stretch>
        </p:blipFill>
        <p:spPr>
          <a:xfrm>
            <a:off x="0" y="-5023"/>
            <a:ext cx="12191695" cy="6822831"/>
          </a:xfrm>
          <a:prstGeom prst="rect">
            <a:avLst/>
          </a:prstGeom>
        </p:spPr>
      </p:pic>
      <p:sp>
        <p:nvSpPr>
          <p:cNvPr id="4" name="Text 0"/>
          <p:cNvSpPr/>
          <p:nvPr/>
        </p:nvSpPr>
        <p:spPr>
          <a:xfrm>
            <a:off x="548640" y="548640"/>
            <a:ext cx="6217920" cy="3657600"/>
          </a:xfrm>
          <a:prstGeom prst="rect">
            <a:avLst/>
          </a:prstGeom>
          <a:noFill/>
          <a:ln/>
        </p:spPr>
        <p:txBody>
          <a:bodyPr wrap="square" lIns="0" tIns="0" rIns="0" bIns="0" rtlCol="0" anchor="t"/>
          <a:lstStyle/>
          <a:p>
            <a:pPr marL="0" indent="0" algn="l">
              <a:lnSpc>
                <a:spcPct val="105000"/>
              </a:lnSpc>
              <a:buNone/>
            </a:pPr>
            <a:r>
              <a:rPr lang="en-US" sz="4000" dirty="0">
                <a:solidFill>
                  <a:srgbClr val="161616"/>
                </a:solidFill>
                <a:latin typeface="IBM Plex Sans Light" pitchFamily="34" charset="0"/>
                <a:ea typeface="IBM Plex Sans Light" pitchFamily="34" charset="-122"/>
                <a:cs typeface="IBM Plex Sans Light" pitchFamily="34" charset="-120"/>
              </a:rPr>
              <a:t>Maintenance
industrielle
augmentée par l'IA
</a:t>
            </a:r>
            <a:r>
              <a:rPr lang="en-US" sz="4000" dirty="0">
                <a:solidFill>
                  <a:srgbClr val="0F62FE"/>
                </a:solidFill>
                <a:latin typeface="IBM Plex Sans Light" pitchFamily="34" charset="0"/>
                <a:ea typeface="IBM Plex Sans Light" pitchFamily="34" charset="-122"/>
                <a:cs typeface="IBM Plex Sans Light" pitchFamily="34" charset="-120"/>
              </a:rPr>
              <a:t>agentique</a:t>
            </a:r>
            <a:endParaRPr lang="en-US" sz="4000" dirty="0"/>
          </a:p>
        </p:txBody>
      </p:sp>
      <p:sp>
        <p:nvSpPr>
          <p:cNvPr id="5" name="Text 1"/>
          <p:cNvSpPr/>
          <p:nvPr/>
        </p:nvSpPr>
        <p:spPr>
          <a:xfrm>
            <a:off x="548640" y="4023360"/>
            <a:ext cx="6035040" cy="365760"/>
          </a:xfrm>
          <a:prstGeom prst="rect">
            <a:avLst/>
          </a:prstGeom>
          <a:noFill/>
          <a:ln/>
        </p:spPr>
        <p:txBody>
          <a:bodyPr wrap="square" lIns="0" tIns="0" rIns="0" bIns="0" rtlCol="0" anchor="ctr"/>
          <a:lstStyle/>
          <a:p>
            <a:pPr marL="0" indent="0" algn="l">
              <a:buNone/>
            </a:pPr>
            <a:r>
              <a:rPr lang="en-US" sz="1700" dirty="0">
                <a:solidFill>
                  <a:srgbClr val="161616"/>
                </a:solidFill>
                <a:latin typeface="IBM Plex Sans" pitchFamily="34" charset="0"/>
                <a:ea typeface="IBM Plex Sans" pitchFamily="34" charset="-122"/>
                <a:cs typeface="IBM Plex Sans" pitchFamily="34" charset="-120"/>
              </a:rPr>
              <a:t>IBM Maximo × IBM watsonx Orchestrate</a:t>
            </a:r>
            <a:endParaRPr lang="en-US" sz="1700" dirty="0"/>
          </a:p>
        </p:txBody>
      </p:sp>
      <p:sp>
        <p:nvSpPr>
          <p:cNvPr id="6" name="Text 2"/>
          <p:cNvSpPr/>
          <p:nvPr/>
        </p:nvSpPr>
        <p:spPr>
          <a:xfrm>
            <a:off x="548640" y="4407408"/>
            <a:ext cx="6035040" cy="365760"/>
          </a:xfrm>
          <a:prstGeom prst="rect">
            <a:avLst/>
          </a:prstGeom>
          <a:noFill/>
          <a:ln/>
        </p:spPr>
        <p:txBody>
          <a:bodyPr wrap="square" lIns="0" tIns="0" rIns="0" bIns="0" rtlCol="0" anchor="ctr"/>
          <a:lstStyle/>
          <a:p>
            <a:pPr marL="0" indent="0" algn="l">
              <a:buNone/>
            </a:pPr>
            <a:r>
              <a:rPr lang="en-US" sz="1400" dirty="0">
                <a:solidFill>
                  <a:srgbClr val="525252"/>
                </a:solidFill>
                <a:latin typeface="IBM Plex Sans" pitchFamily="34" charset="0"/>
                <a:ea typeface="IBM Plex Sans" pitchFamily="34" charset="-122"/>
                <a:cs typeface="IBM Plex Sans" pitchFamily="34" charset="-120"/>
              </a:rPr>
              <a:t>Une démonstration de bout en bout</a:t>
            </a:r>
            <a:endParaRPr lang="en-US" sz="1400" dirty="0"/>
          </a:p>
        </p:txBody>
      </p:sp>
      <p:sp>
        <p:nvSpPr>
          <p:cNvPr id="7" name="Text 3"/>
          <p:cNvSpPr/>
          <p:nvPr/>
        </p:nvSpPr>
        <p:spPr>
          <a:xfrm>
            <a:off x="548640" y="5532120"/>
            <a:ext cx="4572000" cy="914400"/>
          </a:xfrm>
          <a:prstGeom prst="rect">
            <a:avLst/>
          </a:prstGeom>
          <a:noFill/>
          <a:ln/>
        </p:spPr>
        <p:txBody>
          <a:bodyPr wrap="square" lIns="0" tIns="0" rIns="0" bIns="0" rtlCol="0" anchor="t"/>
          <a:lstStyle/>
          <a:p>
            <a:pPr marL="0" indent="0" algn="l">
              <a:lnSpc>
                <a:spcPct val="115000"/>
              </a:lnSpc>
              <a:buNone/>
            </a:pPr>
            <a:r>
              <a:rPr lang="en-US" sz="1300" b="1" dirty="0">
                <a:solidFill>
                  <a:srgbClr val="161616"/>
                </a:solidFill>
                <a:latin typeface="IBM Plex Sans" pitchFamily="34" charset="0"/>
                <a:ea typeface="IBM Plex Sans" pitchFamily="34" charset="-122"/>
                <a:cs typeface="IBM Plex Sans" pitchFamily="34" charset="-120"/>
              </a:rPr>
              <a:t>Présentation client</a:t>
            </a:r>
            <a:endParaRPr lang="en-US" sz="1300" dirty="0"/>
          </a:p>
          <a:p>
            <a:pPr marL="0" indent="0" algn="l">
              <a:lnSpc>
                <a:spcPct val="115000"/>
              </a:lnSpc>
              <a:buNone/>
            </a:pPr>
            <a:r>
              <a:rPr lang="en-US" sz="1300" dirty="0">
                <a:solidFill>
                  <a:srgbClr val="161616"/>
                </a:solidFill>
                <a:latin typeface="IBM Plex Sans" pitchFamily="34" charset="0"/>
                <a:ea typeface="IBM Plex Sans" pitchFamily="34" charset="-122"/>
                <a:cs typeface="IBM Plex Sans" pitchFamily="34" charset="-120"/>
              </a:rPr>
              <a:t>Juin 2026</a:t>
            </a:r>
            <a:endParaRPr lang="en-US" sz="1300" dirty="0"/>
          </a:p>
        </p:txBody>
      </p:sp>
      <p:sp>
        <p:nvSpPr>
          <p:cNvPr id="9" name="Text 4"/>
          <p:cNvSpPr/>
          <p:nvPr/>
        </p:nvSpPr>
        <p:spPr>
          <a:xfrm>
            <a:off x="548640" y="6473952"/>
            <a:ext cx="4572000" cy="274320"/>
          </a:xfrm>
          <a:prstGeom prst="rect">
            <a:avLst/>
          </a:prstGeom>
          <a:noFill/>
          <a:ln/>
        </p:spPr>
        <p:txBody>
          <a:bodyPr wrap="square" lIns="0" tIns="0" rIns="0" bIns="0" rtlCol="0" anchor="ctr"/>
          <a:lstStyle/>
          <a:p>
            <a:pPr marL="0" indent="0" algn="l">
              <a:buNone/>
            </a:pPr>
            <a:r>
              <a:rPr lang="en-US" sz="800" dirty="0">
                <a:solidFill>
                  <a:srgbClr val="8D8D8D"/>
                </a:solidFill>
                <a:latin typeface="IBM Plex Sans" pitchFamily="34" charset="0"/>
                <a:ea typeface="IBM Plex Sans" pitchFamily="34" charset="-122"/>
                <a:cs typeface="IBM Plex Sans" pitchFamily="34" charset="-120"/>
              </a:rPr>
              <a:t>© 2026 IBM Corporation</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assets/pattern_band.png"/>
          <p:cNvPicPr>
            <a:picLocks noChangeAspect="1"/>
          </p:cNvPicPr>
          <p:nvPr/>
        </p:nvPicPr>
        <p:blipFill>
          <a:blip r:embed="rId3"/>
          <a:srcRect/>
          <a:stretch/>
        </p:blipFill>
        <p:spPr>
          <a:xfrm>
            <a:off x="10362895" y="0"/>
            <a:ext cx="1828800" cy="6858000"/>
          </a:xfrm>
          <a:prstGeom prst="rect">
            <a:avLst/>
          </a:prstGeom>
        </p:spPr>
      </p:pic>
      <p:sp>
        <p:nvSpPr>
          <p:cNvPr id="3" name="Text 0"/>
          <p:cNvSpPr/>
          <p:nvPr/>
        </p:nvSpPr>
        <p:spPr>
          <a:xfrm>
            <a:off x="548640" y="0"/>
            <a:ext cx="9448495" cy="6858000"/>
          </a:xfrm>
          <a:prstGeom prst="rect">
            <a:avLst/>
          </a:prstGeom>
          <a:noFill/>
          <a:ln/>
        </p:spPr>
        <p:txBody>
          <a:bodyPr wrap="square" lIns="0" tIns="0" rIns="0" bIns="0" rtlCol="0" anchor="ctr"/>
          <a:lstStyle/>
          <a:p>
            <a:pPr marL="0" indent="0" algn="l">
              <a:lnSpc>
                <a:spcPct val="100000"/>
              </a:lnSpc>
              <a:buNone/>
            </a:pPr>
            <a:r>
              <a:rPr lang="en-US" sz="2400" dirty="0">
                <a:solidFill>
                  <a:srgbClr val="525252"/>
                </a:solidFill>
                <a:latin typeface="IBM Plex Sans Light" pitchFamily="34" charset="0"/>
                <a:ea typeface="IBM Plex Sans Light" pitchFamily="34" charset="-122"/>
                <a:cs typeface="IBM Plex Sans Light" pitchFamily="34" charset="-120"/>
              </a:rPr>
              <a:t>Partie 1
</a:t>
            </a:r>
            <a:r>
              <a:rPr lang="en-US" sz="5800" dirty="0">
                <a:solidFill>
                  <a:srgbClr val="161616"/>
                </a:solidFill>
                <a:latin typeface="IBM Plex Sans Light" pitchFamily="34" charset="0"/>
                <a:ea typeface="IBM Plex Sans Light" pitchFamily="34" charset="-122"/>
                <a:cs typeface="IBM Plex Sans Light" pitchFamily="34" charset="-120"/>
              </a:rPr>
              <a:t>Le constat</a:t>
            </a:r>
            <a:endParaRPr lang="en-US" sz="5800" dirty="0"/>
          </a:p>
        </p:txBody>
      </p:sp>
      <p:sp>
        <p:nvSpPr>
          <p:cNvPr id="4" name="Text 1"/>
          <p:cNvSpPr/>
          <p:nvPr/>
        </p:nvSpPr>
        <p:spPr>
          <a:xfrm>
            <a:off x="548640" y="6473952"/>
            <a:ext cx="4572000" cy="274320"/>
          </a:xfrm>
          <a:prstGeom prst="rect">
            <a:avLst/>
          </a:prstGeom>
          <a:noFill/>
          <a:ln/>
        </p:spPr>
        <p:txBody>
          <a:bodyPr wrap="square" lIns="0" tIns="0" rIns="0" bIns="0" rtlCol="0" anchor="ctr"/>
          <a:lstStyle/>
          <a:p>
            <a:pPr marL="0" indent="0" algn="l">
              <a:buNone/>
            </a:pPr>
            <a:r>
              <a:rPr lang="en-US" sz="800" dirty="0">
                <a:solidFill>
                  <a:srgbClr val="8D8D8D"/>
                </a:solidFill>
                <a:latin typeface="IBM Plex Sans" pitchFamily="34" charset="0"/>
                <a:ea typeface="IBM Plex Sans" pitchFamily="34" charset="-122"/>
                <a:cs typeface="IBM Plex Sans" pitchFamily="34" charset="-120"/>
              </a:rPr>
              <a:t>© 2026 IBM Corporation</a:t>
            </a:r>
            <a:endParaRPr lang="en-US" sz="800" dirty="0"/>
          </a:p>
        </p:txBody>
      </p:sp>
      <p:sp>
        <p:nvSpPr>
          <p:cNvPr id="5" name="Text 2"/>
          <p:cNvSpPr/>
          <p:nvPr/>
        </p:nvSpPr>
        <p:spPr>
          <a:xfrm>
            <a:off x="9905695" y="6473952"/>
            <a:ext cx="365760" cy="274320"/>
          </a:xfrm>
          <a:prstGeom prst="rect">
            <a:avLst/>
          </a:prstGeom>
          <a:noFill/>
          <a:ln/>
        </p:spPr>
        <p:txBody>
          <a:bodyPr wrap="square" lIns="0" tIns="0" rIns="0" bIns="0" rtlCol="0" anchor="ctr"/>
          <a:lstStyle/>
          <a:p>
            <a:pPr marL="0" indent="0" algn="r">
              <a:buNone/>
            </a:pPr>
            <a:r>
              <a:rPr lang="en-US" sz="900" dirty="0">
                <a:solidFill>
                  <a:srgbClr val="8D8D8D"/>
                </a:solidFill>
                <a:latin typeface="IBM Plex Sans" pitchFamily="34" charset="0"/>
                <a:ea typeface="IBM Plex Sans" pitchFamily="34" charset="-122"/>
                <a:cs typeface="IBM Plex Sans"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1094415" cy="1005840"/>
          </a:xfrm>
          <a:prstGeom prst="rect">
            <a:avLst/>
          </a:prstGeom>
          <a:noFill/>
          <a:ln/>
        </p:spPr>
        <p:txBody>
          <a:bodyPr wrap="square" lIns="0" tIns="0" rIns="0" bIns="0" rtlCol="0" anchor="t"/>
          <a:lstStyle/>
          <a:p>
            <a:pPr marL="0" indent="0" algn="l">
              <a:lnSpc>
                <a:spcPct val="102000"/>
              </a:lnSpc>
              <a:buNone/>
            </a:pPr>
            <a:r>
              <a:rPr lang="en-US" sz="2700" dirty="0">
                <a:solidFill>
                  <a:srgbClr val="161616"/>
                </a:solidFill>
                <a:latin typeface="IBM Plex Sans Light" pitchFamily="34" charset="0"/>
                <a:ea typeface="IBM Plex Sans Light" pitchFamily="34" charset="-122"/>
                <a:cs typeface="IBM Plex Sans Light" pitchFamily="34" charset="-120"/>
              </a:rPr>
              <a:t>Traiter un incident, aujourd'hui, c'est passer d'un outil à l'autre</a:t>
            </a:r>
            <a:endParaRPr lang="en-US" sz="2700" dirty="0"/>
          </a:p>
        </p:txBody>
      </p:sp>
      <p:sp>
        <p:nvSpPr>
          <p:cNvPr id="3" name="Shape 1"/>
          <p:cNvSpPr/>
          <p:nvPr/>
        </p:nvSpPr>
        <p:spPr>
          <a:xfrm>
            <a:off x="1188720" y="2423160"/>
            <a:ext cx="9814255" cy="0"/>
          </a:xfrm>
          <a:prstGeom prst="line">
            <a:avLst/>
          </a:prstGeom>
          <a:noFill/>
          <a:ln w="12700">
            <a:solidFill>
              <a:srgbClr val="C6C6C6"/>
            </a:solidFill>
            <a:prstDash val="solid"/>
          </a:ln>
        </p:spPr>
        <p:txBody>
          <a:bodyPr/>
          <a:lstStyle/>
          <a:p>
            <a:endParaRPr lang="fr-FR"/>
          </a:p>
        </p:txBody>
      </p:sp>
      <p:sp>
        <p:nvSpPr>
          <p:cNvPr id="4" name="Shape 2"/>
          <p:cNvSpPr/>
          <p:nvPr/>
        </p:nvSpPr>
        <p:spPr>
          <a:xfrm>
            <a:off x="731520" y="1965960"/>
            <a:ext cx="914400" cy="914400"/>
          </a:xfrm>
          <a:prstGeom prst="ellipse">
            <a:avLst/>
          </a:prstGeom>
          <a:solidFill>
            <a:srgbClr val="FFFFFF"/>
          </a:solidFill>
          <a:ln/>
        </p:spPr>
        <p:txBody>
          <a:bodyPr/>
          <a:lstStyle/>
          <a:p>
            <a:endParaRPr lang="fr-FR"/>
          </a:p>
        </p:txBody>
      </p:sp>
      <p:sp>
        <p:nvSpPr>
          <p:cNvPr id="5" name="Shape 3"/>
          <p:cNvSpPr/>
          <p:nvPr/>
        </p:nvSpPr>
        <p:spPr>
          <a:xfrm>
            <a:off x="731520" y="1965960"/>
            <a:ext cx="914400" cy="914400"/>
          </a:xfrm>
          <a:prstGeom prst="ellipse">
            <a:avLst/>
          </a:prstGeom>
          <a:ln w="12700">
            <a:solidFill>
              <a:srgbClr val="0F62FE"/>
            </a:solidFill>
            <a:prstDash val="solid"/>
          </a:ln>
        </p:spPr>
        <p:txBody>
          <a:bodyPr/>
          <a:lstStyle/>
          <a:p>
            <a:endParaRPr lang="fr-FR"/>
          </a:p>
        </p:txBody>
      </p:sp>
      <p:pic>
        <p:nvPicPr>
          <p:cNvPr id="6" name="Image 0" descr="assets/icons/clipboard.png"/>
          <p:cNvPicPr>
            <a:picLocks noChangeAspect="1"/>
          </p:cNvPicPr>
          <p:nvPr/>
        </p:nvPicPr>
        <p:blipFill>
          <a:blip r:embed="rId3"/>
          <a:stretch>
            <a:fillRect/>
          </a:stretch>
        </p:blipFill>
        <p:spPr>
          <a:xfrm>
            <a:off x="950976" y="2185416"/>
            <a:ext cx="475488" cy="475488"/>
          </a:xfrm>
          <a:prstGeom prst="rect">
            <a:avLst/>
          </a:prstGeom>
        </p:spPr>
      </p:pic>
      <p:sp>
        <p:nvSpPr>
          <p:cNvPr id="7" name="Text 4"/>
          <p:cNvSpPr/>
          <p:nvPr/>
        </p:nvSpPr>
        <p:spPr>
          <a:xfrm>
            <a:off x="274320" y="2990088"/>
            <a:ext cx="1828800" cy="365760"/>
          </a:xfrm>
          <a:prstGeom prst="rect">
            <a:avLst/>
          </a:prstGeom>
          <a:noFill/>
          <a:ln/>
        </p:spPr>
        <p:txBody>
          <a:bodyPr wrap="square" lIns="0" tIns="0" rIns="0" bIns="0" rtlCol="0" anchor="ctr"/>
          <a:lstStyle/>
          <a:p>
            <a:pPr marL="0" indent="0" algn="ctr">
              <a:buNone/>
            </a:pPr>
            <a:r>
              <a:rPr lang="en-US" sz="1300" b="1" dirty="0">
                <a:solidFill>
                  <a:srgbClr val="161616"/>
                </a:solidFill>
                <a:latin typeface="IBM Plex Sans SmBld" pitchFamily="34" charset="0"/>
                <a:ea typeface="IBM Plex Sans SmBld" pitchFamily="34" charset="-122"/>
                <a:cs typeface="IBM Plex Sans SmBld" pitchFamily="34" charset="-120"/>
              </a:rPr>
              <a:t>ServiceNow</a:t>
            </a:r>
            <a:endParaRPr lang="en-US" sz="1300" dirty="0"/>
          </a:p>
        </p:txBody>
      </p:sp>
      <p:sp>
        <p:nvSpPr>
          <p:cNvPr id="8" name="Shape 5"/>
          <p:cNvSpPr/>
          <p:nvPr/>
        </p:nvSpPr>
        <p:spPr>
          <a:xfrm>
            <a:off x="4002938" y="1965960"/>
            <a:ext cx="914400" cy="914400"/>
          </a:xfrm>
          <a:prstGeom prst="ellipse">
            <a:avLst/>
          </a:prstGeom>
          <a:solidFill>
            <a:srgbClr val="FFFFFF"/>
          </a:solidFill>
          <a:ln/>
        </p:spPr>
        <p:txBody>
          <a:bodyPr/>
          <a:lstStyle/>
          <a:p>
            <a:endParaRPr lang="fr-FR"/>
          </a:p>
        </p:txBody>
      </p:sp>
      <p:sp>
        <p:nvSpPr>
          <p:cNvPr id="9" name="Shape 6"/>
          <p:cNvSpPr/>
          <p:nvPr/>
        </p:nvSpPr>
        <p:spPr>
          <a:xfrm>
            <a:off x="4002938" y="1965960"/>
            <a:ext cx="914400" cy="914400"/>
          </a:xfrm>
          <a:prstGeom prst="ellipse">
            <a:avLst/>
          </a:prstGeom>
          <a:ln w="12700">
            <a:solidFill>
              <a:srgbClr val="0F62FE"/>
            </a:solidFill>
            <a:prstDash val="solid"/>
          </a:ln>
        </p:spPr>
        <p:txBody>
          <a:bodyPr/>
          <a:lstStyle/>
          <a:p>
            <a:endParaRPr lang="fr-FR"/>
          </a:p>
        </p:txBody>
      </p:sp>
      <p:pic>
        <p:nvPicPr>
          <p:cNvPr id="10" name="Image 1" descr="assets/icons/tool.png"/>
          <p:cNvPicPr>
            <a:picLocks noChangeAspect="1"/>
          </p:cNvPicPr>
          <p:nvPr/>
        </p:nvPicPr>
        <p:blipFill>
          <a:blip r:embed="rId4"/>
          <a:stretch>
            <a:fillRect/>
          </a:stretch>
        </p:blipFill>
        <p:spPr>
          <a:xfrm>
            <a:off x="4222394" y="2185416"/>
            <a:ext cx="475488" cy="475488"/>
          </a:xfrm>
          <a:prstGeom prst="rect">
            <a:avLst/>
          </a:prstGeom>
        </p:spPr>
      </p:pic>
      <p:sp>
        <p:nvSpPr>
          <p:cNvPr id="11" name="Text 7"/>
          <p:cNvSpPr/>
          <p:nvPr/>
        </p:nvSpPr>
        <p:spPr>
          <a:xfrm>
            <a:off x="3545738" y="2990088"/>
            <a:ext cx="1828800" cy="365760"/>
          </a:xfrm>
          <a:prstGeom prst="rect">
            <a:avLst/>
          </a:prstGeom>
          <a:noFill/>
          <a:ln/>
        </p:spPr>
        <p:txBody>
          <a:bodyPr wrap="square" lIns="0" tIns="0" rIns="0" bIns="0" rtlCol="0" anchor="ctr"/>
          <a:lstStyle/>
          <a:p>
            <a:pPr marL="0" indent="0" algn="ctr">
              <a:buNone/>
            </a:pPr>
            <a:r>
              <a:rPr lang="en-US" sz="1300" b="1" dirty="0">
                <a:solidFill>
                  <a:srgbClr val="161616"/>
                </a:solidFill>
                <a:latin typeface="IBM Plex Sans SmBld" pitchFamily="34" charset="0"/>
                <a:ea typeface="IBM Plex Sans SmBld" pitchFamily="34" charset="-122"/>
                <a:cs typeface="IBM Plex Sans SmBld" pitchFamily="34" charset="-120"/>
              </a:rPr>
              <a:t>Maximo</a:t>
            </a:r>
            <a:endParaRPr lang="en-US" sz="1300" dirty="0"/>
          </a:p>
        </p:txBody>
      </p:sp>
      <p:sp>
        <p:nvSpPr>
          <p:cNvPr id="12" name="Shape 8"/>
          <p:cNvSpPr/>
          <p:nvPr/>
        </p:nvSpPr>
        <p:spPr>
          <a:xfrm>
            <a:off x="7274357" y="1965960"/>
            <a:ext cx="914400" cy="914400"/>
          </a:xfrm>
          <a:prstGeom prst="ellipse">
            <a:avLst/>
          </a:prstGeom>
          <a:solidFill>
            <a:srgbClr val="FFFFFF"/>
          </a:solidFill>
          <a:ln/>
        </p:spPr>
        <p:txBody>
          <a:bodyPr/>
          <a:lstStyle/>
          <a:p>
            <a:endParaRPr lang="fr-FR"/>
          </a:p>
        </p:txBody>
      </p:sp>
      <p:sp>
        <p:nvSpPr>
          <p:cNvPr id="13" name="Shape 9"/>
          <p:cNvSpPr/>
          <p:nvPr/>
        </p:nvSpPr>
        <p:spPr>
          <a:xfrm>
            <a:off x="7274357" y="1965960"/>
            <a:ext cx="914400" cy="914400"/>
          </a:xfrm>
          <a:prstGeom prst="ellipse">
            <a:avLst/>
          </a:prstGeom>
          <a:ln w="12700">
            <a:solidFill>
              <a:srgbClr val="0F62FE"/>
            </a:solidFill>
            <a:prstDash val="solid"/>
          </a:ln>
        </p:spPr>
        <p:txBody>
          <a:bodyPr/>
          <a:lstStyle/>
          <a:p>
            <a:endParaRPr lang="fr-FR"/>
          </a:p>
        </p:txBody>
      </p:sp>
      <p:pic>
        <p:nvPicPr>
          <p:cNvPr id="14" name="Image 2" descr="assets/icons/database.png"/>
          <p:cNvPicPr>
            <a:picLocks noChangeAspect="1"/>
          </p:cNvPicPr>
          <p:nvPr/>
        </p:nvPicPr>
        <p:blipFill>
          <a:blip r:embed="rId5"/>
          <a:stretch>
            <a:fillRect/>
          </a:stretch>
        </p:blipFill>
        <p:spPr>
          <a:xfrm>
            <a:off x="7493813" y="2185416"/>
            <a:ext cx="475488" cy="475488"/>
          </a:xfrm>
          <a:prstGeom prst="rect">
            <a:avLst/>
          </a:prstGeom>
        </p:spPr>
      </p:pic>
      <p:sp>
        <p:nvSpPr>
          <p:cNvPr id="15" name="Text 10"/>
          <p:cNvSpPr/>
          <p:nvPr/>
        </p:nvSpPr>
        <p:spPr>
          <a:xfrm>
            <a:off x="6817157" y="2990088"/>
            <a:ext cx="1828800" cy="365760"/>
          </a:xfrm>
          <a:prstGeom prst="rect">
            <a:avLst/>
          </a:prstGeom>
          <a:noFill/>
          <a:ln/>
        </p:spPr>
        <p:txBody>
          <a:bodyPr wrap="square" lIns="0" tIns="0" rIns="0" bIns="0" rtlCol="0" anchor="ctr"/>
          <a:lstStyle/>
          <a:p>
            <a:pPr marL="0" indent="0" algn="ctr">
              <a:buNone/>
            </a:pPr>
            <a:r>
              <a:rPr lang="en-US" sz="1300" b="1" dirty="0">
                <a:solidFill>
                  <a:srgbClr val="161616"/>
                </a:solidFill>
                <a:latin typeface="IBM Plex Sans SmBld" pitchFamily="34" charset="0"/>
                <a:ea typeface="IBM Plex Sans SmBld" pitchFamily="34" charset="-122"/>
                <a:cs typeface="IBM Plex Sans SmBld" pitchFamily="34" charset="-120"/>
              </a:rPr>
              <a:t>ERP / Stock</a:t>
            </a:r>
            <a:endParaRPr lang="en-US" sz="1300" dirty="0"/>
          </a:p>
        </p:txBody>
      </p:sp>
      <p:sp>
        <p:nvSpPr>
          <p:cNvPr id="16" name="Shape 11"/>
          <p:cNvSpPr/>
          <p:nvPr/>
        </p:nvSpPr>
        <p:spPr>
          <a:xfrm>
            <a:off x="10545775" y="1965960"/>
            <a:ext cx="914400" cy="914400"/>
          </a:xfrm>
          <a:prstGeom prst="ellipse">
            <a:avLst/>
          </a:prstGeom>
          <a:solidFill>
            <a:srgbClr val="FFFFFF"/>
          </a:solidFill>
          <a:ln/>
        </p:spPr>
        <p:txBody>
          <a:bodyPr/>
          <a:lstStyle/>
          <a:p>
            <a:endParaRPr lang="fr-FR"/>
          </a:p>
        </p:txBody>
      </p:sp>
      <p:sp>
        <p:nvSpPr>
          <p:cNvPr id="17" name="Shape 12"/>
          <p:cNvSpPr/>
          <p:nvPr/>
        </p:nvSpPr>
        <p:spPr>
          <a:xfrm>
            <a:off x="10545775" y="1965960"/>
            <a:ext cx="914400" cy="914400"/>
          </a:xfrm>
          <a:prstGeom prst="ellipse">
            <a:avLst/>
          </a:prstGeom>
          <a:ln w="12700">
            <a:solidFill>
              <a:srgbClr val="0F62FE"/>
            </a:solidFill>
            <a:prstDash val="solid"/>
          </a:ln>
        </p:spPr>
        <p:txBody>
          <a:bodyPr/>
          <a:lstStyle/>
          <a:p>
            <a:endParaRPr lang="fr-FR"/>
          </a:p>
        </p:txBody>
      </p:sp>
      <p:pic>
        <p:nvPicPr>
          <p:cNvPr id="18" name="Image 3" descr="assets/icons/message.png"/>
          <p:cNvPicPr>
            <a:picLocks noChangeAspect="1"/>
          </p:cNvPicPr>
          <p:nvPr/>
        </p:nvPicPr>
        <p:blipFill>
          <a:blip r:embed="rId6"/>
          <a:stretch>
            <a:fillRect/>
          </a:stretch>
        </p:blipFill>
        <p:spPr>
          <a:xfrm>
            <a:off x="10765231" y="2185416"/>
            <a:ext cx="475488" cy="475488"/>
          </a:xfrm>
          <a:prstGeom prst="rect">
            <a:avLst/>
          </a:prstGeom>
        </p:spPr>
      </p:pic>
      <p:sp>
        <p:nvSpPr>
          <p:cNvPr id="19" name="Text 13"/>
          <p:cNvSpPr/>
          <p:nvPr/>
        </p:nvSpPr>
        <p:spPr>
          <a:xfrm>
            <a:off x="10088575" y="2990088"/>
            <a:ext cx="1828800" cy="365760"/>
          </a:xfrm>
          <a:prstGeom prst="rect">
            <a:avLst/>
          </a:prstGeom>
          <a:noFill/>
          <a:ln/>
        </p:spPr>
        <p:txBody>
          <a:bodyPr wrap="square" lIns="0" tIns="0" rIns="0" bIns="0" rtlCol="0" anchor="ctr"/>
          <a:lstStyle/>
          <a:p>
            <a:pPr marL="0" indent="0" algn="ctr">
              <a:buNone/>
            </a:pPr>
            <a:r>
              <a:rPr lang="en-US" sz="1300" b="1" dirty="0">
                <a:solidFill>
                  <a:srgbClr val="161616"/>
                </a:solidFill>
                <a:latin typeface="IBM Plex Sans SmBld" pitchFamily="34" charset="0"/>
                <a:ea typeface="IBM Plex Sans SmBld" pitchFamily="34" charset="-122"/>
                <a:cs typeface="IBM Plex Sans SmBld" pitchFamily="34" charset="-120"/>
              </a:rPr>
              <a:t>Slack</a:t>
            </a:r>
            <a:endParaRPr lang="en-US" sz="1300" dirty="0"/>
          </a:p>
        </p:txBody>
      </p:sp>
      <p:sp>
        <p:nvSpPr>
          <p:cNvPr id="20" name="Text 14"/>
          <p:cNvSpPr/>
          <p:nvPr/>
        </p:nvSpPr>
        <p:spPr>
          <a:xfrm>
            <a:off x="548640" y="3611880"/>
            <a:ext cx="11094415" cy="365760"/>
          </a:xfrm>
          <a:prstGeom prst="rect">
            <a:avLst/>
          </a:prstGeom>
          <a:noFill/>
          <a:ln/>
        </p:spPr>
        <p:txBody>
          <a:bodyPr wrap="square" lIns="0" tIns="0" rIns="0" bIns="0" rtlCol="0" anchor="ctr"/>
          <a:lstStyle/>
          <a:p>
            <a:pPr marL="0" indent="0" algn="ctr">
              <a:buNone/>
            </a:pPr>
            <a:r>
              <a:rPr lang="en-US" sz="1400" dirty="0">
                <a:solidFill>
                  <a:srgbClr val="525252"/>
                </a:solidFill>
                <a:latin typeface="IBM Plex Sans" pitchFamily="34" charset="0"/>
                <a:ea typeface="IBM Plex Sans" pitchFamily="34" charset="-122"/>
                <a:cs typeface="IBM Plex Sans" pitchFamily="34" charset="-120"/>
              </a:rPr>
              <a:t>Pour un seul incident, le manager ouvre et recoupe ces quatre systèmes à la main.</a:t>
            </a:r>
            <a:endParaRPr lang="en-US" sz="1400" dirty="0"/>
          </a:p>
        </p:txBody>
      </p:sp>
      <p:sp>
        <p:nvSpPr>
          <p:cNvPr id="21" name="Text 15"/>
          <p:cNvSpPr/>
          <p:nvPr/>
        </p:nvSpPr>
        <p:spPr>
          <a:xfrm>
            <a:off x="548640" y="4434840"/>
            <a:ext cx="3332378" cy="777240"/>
          </a:xfrm>
          <a:prstGeom prst="rect">
            <a:avLst/>
          </a:prstGeom>
          <a:noFill/>
          <a:ln/>
        </p:spPr>
        <p:txBody>
          <a:bodyPr wrap="square" lIns="0" tIns="0" rIns="0" bIns="0" rtlCol="0" anchor="b"/>
          <a:lstStyle/>
          <a:p>
            <a:pPr marL="0" indent="0" algn="l">
              <a:buNone/>
            </a:pPr>
            <a:r>
              <a:rPr lang="en-US" sz="4400" dirty="0">
                <a:solidFill>
                  <a:srgbClr val="0F62FE"/>
                </a:solidFill>
                <a:latin typeface="IBM Plex Sans Light" pitchFamily="34" charset="0"/>
                <a:ea typeface="IBM Plex Sans Light" pitchFamily="34" charset="-122"/>
                <a:cs typeface="IBM Plex Sans Light" pitchFamily="34" charset="-120"/>
              </a:rPr>
              <a:t>4</a:t>
            </a:r>
            <a:endParaRPr lang="en-US" sz="4400" dirty="0"/>
          </a:p>
        </p:txBody>
      </p:sp>
      <p:sp>
        <p:nvSpPr>
          <p:cNvPr id="22" name="Text 16"/>
          <p:cNvSpPr/>
          <p:nvPr/>
        </p:nvSpPr>
        <p:spPr>
          <a:xfrm>
            <a:off x="548640" y="5257800"/>
            <a:ext cx="3332378" cy="548640"/>
          </a:xfrm>
          <a:prstGeom prst="rect">
            <a:avLst/>
          </a:prstGeom>
          <a:noFill/>
          <a:ln/>
        </p:spPr>
        <p:txBody>
          <a:bodyPr wrap="square" lIns="0" tIns="0" rIns="0" bIns="0" rtlCol="0" anchor="t"/>
          <a:lstStyle/>
          <a:p>
            <a:pPr marL="0" indent="0" algn="l">
              <a:lnSpc>
                <a:spcPct val="110000"/>
              </a:lnSpc>
              <a:buNone/>
            </a:pPr>
            <a:r>
              <a:rPr lang="en-US" sz="1300" dirty="0">
                <a:solidFill>
                  <a:srgbClr val="525252"/>
                </a:solidFill>
                <a:latin typeface="IBM Plex Sans" pitchFamily="34" charset="0"/>
                <a:ea typeface="IBM Plex Sans" pitchFamily="34" charset="-122"/>
                <a:cs typeface="IBM Plex Sans" pitchFamily="34" charset="-120"/>
              </a:rPr>
              <a:t>systèmes à coordonner pour chaque incident</a:t>
            </a:r>
            <a:endParaRPr lang="en-US" sz="1300" dirty="0"/>
          </a:p>
        </p:txBody>
      </p:sp>
      <p:sp>
        <p:nvSpPr>
          <p:cNvPr id="23" name="Shape 17"/>
          <p:cNvSpPr/>
          <p:nvPr/>
        </p:nvSpPr>
        <p:spPr>
          <a:xfrm>
            <a:off x="4155338" y="4572000"/>
            <a:ext cx="0" cy="1097280"/>
          </a:xfrm>
          <a:prstGeom prst="line">
            <a:avLst/>
          </a:prstGeom>
          <a:noFill/>
          <a:ln w="12700">
            <a:solidFill>
              <a:srgbClr val="E0E0E0"/>
            </a:solidFill>
            <a:prstDash val="solid"/>
          </a:ln>
        </p:spPr>
        <p:txBody>
          <a:bodyPr/>
          <a:lstStyle/>
          <a:p>
            <a:endParaRPr lang="fr-FR"/>
          </a:p>
        </p:txBody>
      </p:sp>
      <p:sp>
        <p:nvSpPr>
          <p:cNvPr id="24" name="Text 18"/>
          <p:cNvSpPr/>
          <p:nvPr/>
        </p:nvSpPr>
        <p:spPr>
          <a:xfrm>
            <a:off x="4429658" y="4434840"/>
            <a:ext cx="3332378" cy="777240"/>
          </a:xfrm>
          <a:prstGeom prst="rect">
            <a:avLst/>
          </a:prstGeom>
          <a:noFill/>
          <a:ln/>
        </p:spPr>
        <p:txBody>
          <a:bodyPr wrap="square" lIns="0" tIns="0" rIns="0" bIns="0" rtlCol="0" anchor="b"/>
          <a:lstStyle/>
          <a:p>
            <a:pPr marL="0" indent="0" algn="l">
              <a:buNone/>
            </a:pPr>
            <a:r>
              <a:rPr lang="en-US" sz="4400" dirty="0">
                <a:solidFill>
                  <a:srgbClr val="0F62FE"/>
                </a:solidFill>
                <a:latin typeface="IBM Plex Sans Light" pitchFamily="34" charset="0"/>
                <a:ea typeface="IBM Plex Sans Light" pitchFamily="34" charset="-122"/>
                <a:cs typeface="IBM Plex Sans Light" pitchFamily="34" charset="-120"/>
              </a:rPr>
              <a:t>~20 min</a:t>
            </a:r>
            <a:endParaRPr lang="en-US" sz="4400" dirty="0"/>
          </a:p>
        </p:txBody>
      </p:sp>
      <p:sp>
        <p:nvSpPr>
          <p:cNvPr id="25" name="Text 19"/>
          <p:cNvSpPr/>
          <p:nvPr/>
        </p:nvSpPr>
        <p:spPr>
          <a:xfrm>
            <a:off x="4429658" y="5257800"/>
            <a:ext cx="3332378" cy="548640"/>
          </a:xfrm>
          <a:prstGeom prst="rect">
            <a:avLst/>
          </a:prstGeom>
          <a:noFill/>
          <a:ln/>
        </p:spPr>
        <p:txBody>
          <a:bodyPr wrap="square" lIns="0" tIns="0" rIns="0" bIns="0" rtlCol="0" anchor="t"/>
          <a:lstStyle/>
          <a:p>
            <a:pPr marL="0" indent="0" algn="l">
              <a:lnSpc>
                <a:spcPct val="110000"/>
              </a:lnSpc>
              <a:buNone/>
            </a:pPr>
            <a:r>
              <a:rPr lang="en-US" sz="1300" dirty="0">
                <a:solidFill>
                  <a:srgbClr val="525252"/>
                </a:solidFill>
                <a:latin typeface="IBM Plex Sans" pitchFamily="34" charset="0"/>
                <a:ea typeface="IBM Plex Sans" pitchFamily="34" charset="-122"/>
                <a:cs typeface="IBM Plex Sans" pitchFamily="34" charset="-120"/>
              </a:rPr>
              <a:t>de traitement en moyenne</a:t>
            </a:r>
            <a:endParaRPr lang="en-US" sz="1300" dirty="0"/>
          </a:p>
        </p:txBody>
      </p:sp>
      <p:sp>
        <p:nvSpPr>
          <p:cNvPr id="26" name="Shape 20"/>
          <p:cNvSpPr/>
          <p:nvPr/>
        </p:nvSpPr>
        <p:spPr>
          <a:xfrm>
            <a:off x="8036357" y="4572000"/>
            <a:ext cx="0" cy="1097280"/>
          </a:xfrm>
          <a:prstGeom prst="line">
            <a:avLst/>
          </a:prstGeom>
          <a:noFill/>
          <a:ln w="12700">
            <a:solidFill>
              <a:srgbClr val="E0E0E0"/>
            </a:solidFill>
            <a:prstDash val="solid"/>
          </a:ln>
        </p:spPr>
        <p:txBody>
          <a:bodyPr/>
          <a:lstStyle/>
          <a:p>
            <a:endParaRPr lang="fr-FR"/>
          </a:p>
        </p:txBody>
      </p:sp>
      <p:sp>
        <p:nvSpPr>
          <p:cNvPr id="27" name="Text 21"/>
          <p:cNvSpPr/>
          <p:nvPr/>
        </p:nvSpPr>
        <p:spPr>
          <a:xfrm>
            <a:off x="8310677" y="4434840"/>
            <a:ext cx="3332378" cy="777240"/>
          </a:xfrm>
          <a:prstGeom prst="rect">
            <a:avLst/>
          </a:prstGeom>
          <a:noFill/>
          <a:ln/>
        </p:spPr>
        <p:txBody>
          <a:bodyPr wrap="square" lIns="0" tIns="0" rIns="0" bIns="0" rtlCol="0" anchor="b"/>
          <a:lstStyle/>
          <a:p>
            <a:pPr marL="0" indent="0" algn="l">
              <a:buNone/>
            </a:pPr>
            <a:r>
              <a:rPr lang="en-US" sz="4400" dirty="0">
                <a:solidFill>
                  <a:srgbClr val="DA1E28"/>
                </a:solidFill>
                <a:latin typeface="IBM Plex Sans Light" pitchFamily="34" charset="0"/>
                <a:ea typeface="IBM Plex Sans Light" pitchFamily="34" charset="-122"/>
                <a:cs typeface="IBM Plex Sans Light" pitchFamily="34" charset="-120"/>
              </a:rPr>
              <a:t>60 %</a:t>
            </a:r>
            <a:endParaRPr lang="en-US" sz="4400" dirty="0"/>
          </a:p>
        </p:txBody>
      </p:sp>
      <p:sp>
        <p:nvSpPr>
          <p:cNvPr id="28" name="Text 22"/>
          <p:cNvSpPr/>
          <p:nvPr/>
        </p:nvSpPr>
        <p:spPr>
          <a:xfrm>
            <a:off x="8310677" y="5257800"/>
            <a:ext cx="3332378" cy="548640"/>
          </a:xfrm>
          <a:prstGeom prst="rect">
            <a:avLst/>
          </a:prstGeom>
          <a:noFill/>
          <a:ln/>
        </p:spPr>
        <p:txBody>
          <a:bodyPr wrap="square" lIns="0" tIns="0" rIns="0" bIns="0" rtlCol="0" anchor="t"/>
          <a:lstStyle/>
          <a:p>
            <a:pPr marL="0" indent="0" algn="l">
              <a:lnSpc>
                <a:spcPct val="110000"/>
              </a:lnSpc>
              <a:buNone/>
            </a:pPr>
            <a:r>
              <a:rPr lang="en-US" sz="1300" dirty="0">
                <a:solidFill>
                  <a:srgbClr val="525252"/>
                </a:solidFill>
                <a:latin typeface="IBM Plex Sans" pitchFamily="34" charset="0"/>
                <a:ea typeface="IBM Plex Sans" pitchFamily="34" charset="-122"/>
                <a:cs typeface="IBM Plex Sans" pitchFamily="34" charset="-120"/>
              </a:rPr>
              <a:t>du temps passé à naviguer entre les outils*</a:t>
            </a:r>
            <a:endParaRPr lang="en-US" sz="1300" dirty="0"/>
          </a:p>
        </p:txBody>
      </p:sp>
      <p:sp>
        <p:nvSpPr>
          <p:cNvPr id="29" name="Text 23"/>
          <p:cNvSpPr/>
          <p:nvPr/>
        </p:nvSpPr>
        <p:spPr>
          <a:xfrm>
            <a:off x="548640" y="5943600"/>
            <a:ext cx="11094415" cy="274320"/>
          </a:xfrm>
          <a:prstGeom prst="rect">
            <a:avLst/>
          </a:prstGeom>
          <a:noFill/>
          <a:ln/>
        </p:spPr>
        <p:txBody>
          <a:bodyPr wrap="square" lIns="0" tIns="0" rIns="0" bIns="0" rtlCol="0" anchor="ctr"/>
          <a:lstStyle/>
          <a:p>
            <a:pPr marL="0" indent="0" algn="l">
              <a:buNone/>
            </a:pPr>
            <a:r>
              <a:rPr lang="en-US" sz="900" dirty="0">
                <a:solidFill>
                  <a:srgbClr val="8D8D8D"/>
                </a:solidFill>
                <a:latin typeface="IBM Plex Sans" pitchFamily="34" charset="0"/>
                <a:ea typeface="IBM Plex Sans" pitchFamily="34" charset="-122"/>
                <a:cs typeface="IBM Plex Sans" pitchFamily="34" charset="-120"/>
              </a:rPr>
              <a:t>*Ordre de grandeur, à valider sur votre environnement.</a:t>
            </a:r>
            <a:endParaRPr lang="en-US" sz="900" dirty="0"/>
          </a:p>
        </p:txBody>
      </p:sp>
      <p:sp>
        <p:nvSpPr>
          <p:cNvPr id="30" name="Text 24"/>
          <p:cNvSpPr/>
          <p:nvPr/>
        </p:nvSpPr>
        <p:spPr>
          <a:xfrm>
            <a:off x="548640" y="6473952"/>
            <a:ext cx="4572000" cy="274320"/>
          </a:xfrm>
          <a:prstGeom prst="rect">
            <a:avLst/>
          </a:prstGeom>
          <a:noFill/>
          <a:ln/>
        </p:spPr>
        <p:txBody>
          <a:bodyPr wrap="square" lIns="0" tIns="0" rIns="0" bIns="0" rtlCol="0" anchor="ctr"/>
          <a:lstStyle/>
          <a:p>
            <a:pPr marL="0" indent="0" algn="l">
              <a:buNone/>
            </a:pPr>
            <a:r>
              <a:rPr lang="en-US" sz="800" dirty="0">
                <a:solidFill>
                  <a:srgbClr val="8D8D8D"/>
                </a:solidFill>
                <a:latin typeface="IBM Plex Sans" pitchFamily="34" charset="0"/>
                <a:ea typeface="IBM Plex Sans" pitchFamily="34" charset="-122"/>
                <a:cs typeface="IBM Plex Sans" pitchFamily="34" charset="-120"/>
              </a:rPr>
              <a:t>© 2026 IBM Corporation</a:t>
            </a:r>
            <a:endParaRPr lang="en-US" sz="800" dirty="0"/>
          </a:p>
        </p:txBody>
      </p:sp>
      <p:sp>
        <p:nvSpPr>
          <p:cNvPr id="31" name="Text 25"/>
          <p:cNvSpPr/>
          <p:nvPr/>
        </p:nvSpPr>
        <p:spPr>
          <a:xfrm>
            <a:off x="11551615" y="6473952"/>
            <a:ext cx="365760" cy="274320"/>
          </a:xfrm>
          <a:prstGeom prst="rect">
            <a:avLst/>
          </a:prstGeom>
          <a:noFill/>
          <a:ln/>
        </p:spPr>
        <p:txBody>
          <a:bodyPr wrap="square" lIns="0" tIns="0" rIns="0" bIns="0" rtlCol="0" anchor="ctr"/>
          <a:lstStyle/>
          <a:p>
            <a:pPr marL="0" indent="0" algn="r">
              <a:buNone/>
            </a:pPr>
            <a:r>
              <a:rPr lang="en-US" sz="900" dirty="0">
                <a:solidFill>
                  <a:srgbClr val="8D8D8D"/>
                </a:solidFill>
                <a:latin typeface="IBM Plex Sans" pitchFamily="34" charset="0"/>
                <a:ea typeface="IBM Plex Sans" pitchFamily="34" charset="-122"/>
                <a:cs typeface="IBM Plex Sans"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1094415" cy="1005840"/>
          </a:xfrm>
          <a:prstGeom prst="rect">
            <a:avLst/>
          </a:prstGeom>
          <a:noFill/>
          <a:ln/>
        </p:spPr>
        <p:txBody>
          <a:bodyPr wrap="square" lIns="0" tIns="0" rIns="0" bIns="0" rtlCol="0" anchor="t"/>
          <a:lstStyle/>
          <a:p>
            <a:pPr marL="0" indent="0" algn="l">
              <a:lnSpc>
                <a:spcPct val="102000"/>
              </a:lnSpc>
              <a:buNone/>
            </a:pPr>
            <a:r>
              <a:rPr lang="en-US" sz="2600" dirty="0">
                <a:solidFill>
                  <a:srgbClr val="161616"/>
                </a:solidFill>
                <a:latin typeface="IBM Plex Sans Light" pitchFamily="34" charset="0"/>
                <a:ea typeface="IBM Plex Sans Light" pitchFamily="34" charset="-122"/>
                <a:cs typeface="IBM Plex Sans Light" pitchFamily="34" charset="-120"/>
              </a:rPr>
              <a:t>Le fil rouge de la démo : une pompe à condensat sur le site de </a:t>
            </a:r>
            <a:r>
              <a:rPr lang="en-US" sz="2600" dirty="0">
                <a:solidFill>
                  <a:srgbClr val="0F62FE"/>
                </a:solidFill>
                <a:latin typeface="IBM Plex Sans Light" pitchFamily="34" charset="0"/>
                <a:ea typeface="IBM Plex Sans Light" pitchFamily="34" charset="-122"/>
                <a:cs typeface="IBM Plex Sans Light" pitchFamily="34" charset="-120"/>
              </a:rPr>
              <a:t>Bedford</a:t>
            </a:r>
            <a:endParaRPr lang="en-US" sz="2600" dirty="0"/>
          </a:p>
        </p:txBody>
      </p:sp>
      <p:sp>
        <p:nvSpPr>
          <p:cNvPr id="3" name="Text 1"/>
          <p:cNvSpPr/>
          <p:nvPr/>
        </p:nvSpPr>
        <p:spPr>
          <a:xfrm>
            <a:off x="548640" y="2286000"/>
            <a:ext cx="2430704" cy="457200"/>
          </a:xfrm>
          <a:prstGeom prst="rect">
            <a:avLst/>
          </a:prstGeom>
          <a:noFill/>
          <a:ln/>
        </p:spPr>
        <p:txBody>
          <a:bodyPr wrap="square" lIns="0" tIns="0" rIns="0" bIns="0" rtlCol="0" anchor="t"/>
          <a:lstStyle/>
          <a:p>
            <a:pPr marL="0" indent="0" algn="l">
              <a:buNone/>
            </a:pPr>
            <a:r>
              <a:rPr lang="en-US" sz="2200" dirty="0">
                <a:solidFill>
                  <a:srgbClr val="C6C6C6"/>
                </a:solidFill>
                <a:latin typeface="IBM Plex Sans Light" pitchFamily="34" charset="0"/>
                <a:ea typeface="IBM Plex Sans Light" pitchFamily="34" charset="-122"/>
                <a:cs typeface="IBM Plex Sans Light" pitchFamily="34" charset="-120"/>
              </a:rPr>
              <a:t>01</a:t>
            </a:r>
            <a:endParaRPr lang="en-US" sz="2200" dirty="0"/>
          </a:p>
        </p:txBody>
      </p:sp>
      <p:sp>
        <p:nvSpPr>
          <p:cNvPr id="4" name="Shape 2"/>
          <p:cNvSpPr/>
          <p:nvPr/>
        </p:nvSpPr>
        <p:spPr>
          <a:xfrm>
            <a:off x="548640" y="3017520"/>
            <a:ext cx="822960" cy="822960"/>
          </a:xfrm>
          <a:prstGeom prst="ellipse">
            <a:avLst/>
          </a:prstGeom>
          <a:ln w="12700">
            <a:solidFill>
              <a:srgbClr val="0F62FE"/>
            </a:solidFill>
            <a:prstDash val="solid"/>
          </a:ln>
        </p:spPr>
        <p:txBody>
          <a:bodyPr/>
          <a:lstStyle/>
          <a:p>
            <a:endParaRPr lang="fr-FR"/>
          </a:p>
        </p:txBody>
      </p:sp>
      <p:pic>
        <p:nvPicPr>
          <p:cNvPr id="5" name="Image 0" descr="assets/icons/user.png"/>
          <p:cNvPicPr>
            <a:picLocks noChangeAspect="1"/>
          </p:cNvPicPr>
          <p:nvPr/>
        </p:nvPicPr>
        <p:blipFill>
          <a:blip r:embed="rId3"/>
          <a:stretch>
            <a:fillRect/>
          </a:stretch>
        </p:blipFill>
        <p:spPr>
          <a:xfrm>
            <a:off x="746150" y="3215030"/>
            <a:ext cx="427939" cy="427939"/>
          </a:xfrm>
          <a:prstGeom prst="rect">
            <a:avLst/>
          </a:prstGeom>
        </p:spPr>
      </p:pic>
      <p:sp>
        <p:nvSpPr>
          <p:cNvPr id="6" name="Text 3"/>
          <p:cNvSpPr/>
          <p:nvPr/>
        </p:nvSpPr>
        <p:spPr>
          <a:xfrm>
            <a:off x="548640" y="4069080"/>
            <a:ext cx="2430704" cy="457200"/>
          </a:xfrm>
          <a:prstGeom prst="rect">
            <a:avLst/>
          </a:prstGeom>
          <a:noFill/>
          <a:ln/>
        </p:spPr>
        <p:txBody>
          <a:bodyPr wrap="square" lIns="0" tIns="0" rIns="0" bIns="0" rtlCol="0" anchor="t"/>
          <a:lstStyle/>
          <a:p>
            <a:pPr marL="0" indent="0" algn="l">
              <a:buNone/>
            </a:pPr>
            <a:r>
              <a:rPr lang="en-US" sz="1700" b="1" dirty="0">
                <a:solidFill>
                  <a:srgbClr val="161616"/>
                </a:solidFill>
                <a:latin typeface="IBM Plex Sans SmBld" pitchFamily="34" charset="0"/>
                <a:ea typeface="IBM Plex Sans SmBld" pitchFamily="34" charset="-122"/>
                <a:cs typeface="IBM Plex Sans SmBld" pitchFamily="34" charset="-120"/>
              </a:rPr>
              <a:t>Un signal terrain</a:t>
            </a:r>
            <a:endParaRPr lang="en-US" sz="1700" dirty="0"/>
          </a:p>
        </p:txBody>
      </p:sp>
      <p:sp>
        <p:nvSpPr>
          <p:cNvPr id="7" name="Text 4"/>
          <p:cNvSpPr/>
          <p:nvPr/>
        </p:nvSpPr>
        <p:spPr>
          <a:xfrm>
            <a:off x="548640" y="4572000"/>
            <a:ext cx="2430704" cy="1188720"/>
          </a:xfrm>
          <a:prstGeom prst="rect">
            <a:avLst/>
          </a:prstGeom>
          <a:noFill/>
          <a:ln/>
        </p:spPr>
        <p:txBody>
          <a:bodyPr wrap="square" lIns="0" tIns="0" rIns="0" bIns="0" rtlCol="0" anchor="t"/>
          <a:lstStyle/>
          <a:p>
            <a:pPr marL="0" indent="0" algn="l">
              <a:lnSpc>
                <a:spcPct val="118000"/>
              </a:lnSpc>
              <a:buNone/>
            </a:pPr>
            <a:r>
              <a:rPr lang="en-US" sz="1300" dirty="0">
                <a:solidFill>
                  <a:srgbClr val="525252"/>
                </a:solidFill>
                <a:latin typeface="IBM Plex Sans" pitchFamily="34" charset="0"/>
                <a:ea typeface="IBM Plex Sans" pitchFamily="34" charset="-122"/>
                <a:cs typeface="IBM Plex Sans" pitchFamily="34" charset="-120"/>
              </a:rPr>
              <a:t>Un opérateur relève un bruit anormal sur la pompe.</a:t>
            </a:r>
            <a:endParaRPr lang="en-US" sz="1300" dirty="0"/>
          </a:p>
        </p:txBody>
      </p:sp>
      <p:sp>
        <p:nvSpPr>
          <p:cNvPr id="8" name="Shape 5"/>
          <p:cNvSpPr/>
          <p:nvPr/>
        </p:nvSpPr>
        <p:spPr>
          <a:xfrm>
            <a:off x="2280582" y="3429000"/>
            <a:ext cx="347472" cy="0"/>
          </a:xfrm>
          <a:prstGeom prst="line">
            <a:avLst/>
          </a:prstGeom>
          <a:noFill/>
          <a:ln w="12700">
            <a:solidFill>
              <a:srgbClr val="C6C6C6"/>
            </a:solidFill>
            <a:prstDash val="solid"/>
            <a:tailEnd type="triangle"/>
          </a:ln>
        </p:spPr>
        <p:txBody>
          <a:bodyPr/>
          <a:lstStyle/>
          <a:p>
            <a:endParaRPr lang="fr-FR"/>
          </a:p>
        </p:txBody>
      </p:sp>
      <p:sp>
        <p:nvSpPr>
          <p:cNvPr id="9" name="Text 6"/>
          <p:cNvSpPr/>
          <p:nvPr/>
        </p:nvSpPr>
        <p:spPr>
          <a:xfrm>
            <a:off x="3436544" y="2286000"/>
            <a:ext cx="2430704" cy="457200"/>
          </a:xfrm>
          <a:prstGeom prst="rect">
            <a:avLst/>
          </a:prstGeom>
          <a:noFill/>
          <a:ln/>
        </p:spPr>
        <p:txBody>
          <a:bodyPr wrap="square" lIns="0" tIns="0" rIns="0" bIns="0" rtlCol="0" anchor="t"/>
          <a:lstStyle/>
          <a:p>
            <a:pPr marL="0" indent="0" algn="l">
              <a:buNone/>
            </a:pPr>
            <a:r>
              <a:rPr lang="en-US" sz="2200" dirty="0">
                <a:solidFill>
                  <a:srgbClr val="C6C6C6"/>
                </a:solidFill>
                <a:latin typeface="IBM Plex Sans Light" pitchFamily="34" charset="0"/>
                <a:ea typeface="IBM Plex Sans Light" pitchFamily="34" charset="-122"/>
                <a:cs typeface="IBM Plex Sans Light" pitchFamily="34" charset="-120"/>
              </a:rPr>
              <a:t>02</a:t>
            </a:r>
            <a:endParaRPr lang="en-US" sz="2200" dirty="0"/>
          </a:p>
        </p:txBody>
      </p:sp>
      <p:sp>
        <p:nvSpPr>
          <p:cNvPr id="10" name="Shape 7"/>
          <p:cNvSpPr/>
          <p:nvPr/>
        </p:nvSpPr>
        <p:spPr>
          <a:xfrm>
            <a:off x="3436544" y="3017520"/>
            <a:ext cx="822960" cy="822960"/>
          </a:xfrm>
          <a:prstGeom prst="ellipse">
            <a:avLst/>
          </a:prstGeom>
          <a:ln w="12700">
            <a:solidFill>
              <a:srgbClr val="0F62FE"/>
            </a:solidFill>
            <a:prstDash val="solid"/>
          </a:ln>
        </p:spPr>
        <p:txBody>
          <a:bodyPr/>
          <a:lstStyle/>
          <a:p>
            <a:endParaRPr lang="fr-FR"/>
          </a:p>
        </p:txBody>
      </p:sp>
      <p:pic>
        <p:nvPicPr>
          <p:cNvPr id="11" name="Image 1" descr="assets/icons/clipboard.png"/>
          <p:cNvPicPr>
            <a:picLocks noChangeAspect="1"/>
          </p:cNvPicPr>
          <p:nvPr/>
        </p:nvPicPr>
        <p:blipFill>
          <a:blip r:embed="rId4"/>
          <a:stretch>
            <a:fillRect/>
          </a:stretch>
        </p:blipFill>
        <p:spPr>
          <a:xfrm>
            <a:off x="3634054" y="3215030"/>
            <a:ext cx="427939" cy="427939"/>
          </a:xfrm>
          <a:prstGeom prst="rect">
            <a:avLst/>
          </a:prstGeom>
        </p:spPr>
      </p:pic>
      <p:sp>
        <p:nvSpPr>
          <p:cNvPr id="12" name="Text 8"/>
          <p:cNvSpPr/>
          <p:nvPr/>
        </p:nvSpPr>
        <p:spPr>
          <a:xfrm>
            <a:off x="3436544" y="4069080"/>
            <a:ext cx="2430704" cy="457200"/>
          </a:xfrm>
          <a:prstGeom prst="rect">
            <a:avLst/>
          </a:prstGeom>
          <a:noFill/>
          <a:ln/>
        </p:spPr>
        <p:txBody>
          <a:bodyPr wrap="square" lIns="0" tIns="0" rIns="0" bIns="0" rtlCol="0" anchor="t"/>
          <a:lstStyle/>
          <a:p>
            <a:pPr marL="0" indent="0" algn="l">
              <a:buNone/>
            </a:pPr>
            <a:r>
              <a:rPr lang="en-US" sz="1700" b="1" dirty="0">
                <a:solidFill>
                  <a:srgbClr val="161616"/>
                </a:solidFill>
                <a:latin typeface="IBM Plex Sans SmBld" pitchFamily="34" charset="0"/>
                <a:ea typeface="IBM Plex Sans SmBld" pitchFamily="34" charset="-122"/>
                <a:cs typeface="IBM Plex Sans SmBld" pitchFamily="34" charset="-120"/>
              </a:rPr>
              <a:t>Un ticket</a:t>
            </a:r>
            <a:endParaRPr lang="en-US" sz="1700" dirty="0"/>
          </a:p>
        </p:txBody>
      </p:sp>
      <p:sp>
        <p:nvSpPr>
          <p:cNvPr id="13" name="Text 9"/>
          <p:cNvSpPr/>
          <p:nvPr/>
        </p:nvSpPr>
        <p:spPr>
          <a:xfrm>
            <a:off x="3436544" y="4572000"/>
            <a:ext cx="2430704" cy="1188720"/>
          </a:xfrm>
          <a:prstGeom prst="rect">
            <a:avLst/>
          </a:prstGeom>
          <a:noFill/>
          <a:ln/>
        </p:spPr>
        <p:txBody>
          <a:bodyPr wrap="square" lIns="0" tIns="0" rIns="0" bIns="0" rtlCol="0" anchor="t"/>
          <a:lstStyle/>
          <a:p>
            <a:pPr marL="0" indent="0" algn="l">
              <a:lnSpc>
                <a:spcPct val="118000"/>
              </a:lnSpc>
              <a:buNone/>
            </a:pPr>
            <a:r>
              <a:rPr lang="en-US" sz="1300" dirty="0">
                <a:solidFill>
                  <a:srgbClr val="525252"/>
                </a:solidFill>
                <a:latin typeface="IBM Plex Sans" pitchFamily="34" charset="0"/>
                <a:ea typeface="IBM Plex Sans" pitchFamily="34" charset="-122"/>
                <a:cs typeface="IBM Plex Sans" pitchFamily="34" charset="-120"/>
              </a:rPr>
              <a:t>L'incident INC0010003 est ouvert dans ServiceNow.</a:t>
            </a:r>
            <a:endParaRPr lang="en-US" sz="1300" dirty="0"/>
          </a:p>
        </p:txBody>
      </p:sp>
      <p:sp>
        <p:nvSpPr>
          <p:cNvPr id="14" name="Shape 10"/>
          <p:cNvSpPr/>
          <p:nvPr/>
        </p:nvSpPr>
        <p:spPr>
          <a:xfrm>
            <a:off x="5208679" y="3429000"/>
            <a:ext cx="347472" cy="0"/>
          </a:xfrm>
          <a:prstGeom prst="line">
            <a:avLst/>
          </a:prstGeom>
          <a:noFill/>
          <a:ln w="12700">
            <a:solidFill>
              <a:srgbClr val="C6C6C6"/>
            </a:solidFill>
            <a:prstDash val="solid"/>
            <a:tailEnd type="triangle"/>
          </a:ln>
        </p:spPr>
        <p:txBody>
          <a:bodyPr/>
          <a:lstStyle/>
          <a:p>
            <a:endParaRPr lang="fr-FR"/>
          </a:p>
        </p:txBody>
      </p:sp>
      <p:sp>
        <p:nvSpPr>
          <p:cNvPr id="15" name="Text 11"/>
          <p:cNvSpPr/>
          <p:nvPr/>
        </p:nvSpPr>
        <p:spPr>
          <a:xfrm>
            <a:off x="6324448" y="2286000"/>
            <a:ext cx="2430704" cy="457200"/>
          </a:xfrm>
          <a:prstGeom prst="rect">
            <a:avLst/>
          </a:prstGeom>
          <a:noFill/>
          <a:ln/>
        </p:spPr>
        <p:txBody>
          <a:bodyPr wrap="square" lIns="0" tIns="0" rIns="0" bIns="0" rtlCol="0" anchor="t"/>
          <a:lstStyle/>
          <a:p>
            <a:pPr marL="0" indent="0" algn="l">
              <a:buNone/>
            </a:pPr>
            <a:r>
              <a:rPr lang="en-US" sz="2200" dirty="0">
                <a:solidFill>
                  <a:srgbClr val="C6C6C6"/>
                </a:solidFill>
                <a:latin typeface="IBM Plex Sans Light" pitchFamily="34" charset="0"/>
                <a:ea typeface="IBM Plex Sans Light" pitchFamily="34" charset="-122"/>
                <a:cs typeface="IBM Plex Sans Light" pitchFamily="34" charset="-120"/>
              </a:rPr>
              <a:t>03</a:t>
            </a:r>
            <a:endParaRPr lang="en-US" sz="2200" dirty="0"/>
          </a:p>
        </p:txBody>
      </p:sp>
      <p:sp>
        <p:nvSpPr>
          <p:cNvPr id="16" name="Shape 12"/>
          <p:cNvSpPr/>
          <p:nvPr/>
        </p:nvSpPr>
        <p:spPr>
          <a:xfrm>
            <a:off x="6324448" y="3017520"/>
            <a:ext cx="822960" cy="822960"/>
          </a:xfrm>
          <a:prstGeom prst="ellipse">
            <a:avLst/>
          </a:prstGeom>
          <a:ln w="12700">
            <a:solidFill>
              <a:srgbClr val="0F62FE"/>
            </a:solidFill>
            <a:prstDash val="solid"/>
          </a:ln>
        </p:spPr>
        <p:txBody>
          <a:bodyPr/>
          <a:lstStyle/>
          <a:p>
            <a:endParaRPr lang="fr-FR"/>
          </a:p>
        </p:txBody>
      </p:sp>
      <p:pic>
        <p:nvPicPr>
          <p:cNvPr id="17" name="Image 2" descr="assets/icons/users.png"/>
          <p:cNvPicPr>
            <a:picLocks noChangeAspect="1"/>
          </p:cNvPicPr>
          <p:nvPr/>
        </p:nvPicPr>
        <p:blipFill>
          <a:blip r:embed="rId5"/>
          <a:stretch>
            <a:fillRect/>
          </a:stretch>
        </p:blipFill>
        <p:spPr>
          <a:xfrm>
            <a:off x="6521958" y="3215030"/>
            <a:ext cx="427939" cy="427939"/>
          </a:xfrm>
          <a:prstGeom prst="rect">
            <a:avLst/>
          </a:prstGeom>
        </p:spPr>
      </p:pic>
      <p:sp>
        <p:nvSpPr>
          <p:cNvPr id="18" name="Text 13"/>
          <p:cNvSpPr/>
          <p:nvPr/>
        </p:nvSpPr>
        <p:spPr>
          <a:xfrm>
            <a:off x="6324448" y="4069080"/>
            <a:ext cx="2430704" cy="457200"/>
          </a:xfrm>
          <a:prstGeom prst="rect">
            <a:avLst/>
          </a:prstGeom>
          <a:noFill/>
          <a:ln/>
        </p:spPr>
        <p:txBody>
          <a:bodyPr wrap="square" lIns="0" tIns="0" rIns="0" bIns="0" rtlCol="0" anchor="t"/>
          <a:lstStyle/>
          <a:p>
            <a:pPr marL="0" indent="0" algn="l">
              <a:buNone/>
            </a:pPr>
            <a:r>
              <a:rPr lang="en-US" sz="1700" b="1" dirty="0">
                <a:solidFill>
                  <a:srgbClr val="161616"/>
                </a:solidFill>
                <a:latin typeface="IBM Plex Sans SmBld" pitchFamily="34" charset="0"/>
                <a:ea typeface="IBM Plex Sans SmBld" pitchFamily="34" charset="-122"/>
                <a:cs typeface="IBM Plex Sans SmBld" pitchFamily="34" charset="-120"/>
              </a:rPr>
              <a:t>Une coordination</a:t>
            </a:r>
            <a:endParaRPr lang="en-US" sz="1700" dirty="0"/>
          </a:p>
        </p:txBody>
      </p:sp>
      <p:sp>
        <p:nvSpPr>
          <p:cNvPr id="19" name="Text 14"/>
          <p:cNvSpPr/>
          <p:nvPr/>
        </p:nvSpPr>
        <p:spPr>
          <a:xfrm>
            <a:off x="6324448" y="4572000"/>
            <a:ext cx="2430704" cy="1188720"/>
          </a:xfrm>
          <a:prstGeom prst="rect">
            <a:avLst/>
          </a:prstGeom>
          <a:noFill/>
          <a:ln/>
        </p:spPr>
        <p:txBody>
          <a:bodyPr wrap="square" lIns="0" tIns="0" rIns="0" bIns="0" rtlCol="0" anchor="t"/>
          <a:lstStyle/>
          <a:p>
            <a:pPr marL="0" indent="0" algn="l">
              <a:lnSpc>
                <a:spcPct val="118000"/>
              </a:lnSpc>
              <a:buNone/>
            </a:pPr>
            <a:r>
              <a:rPr lang="en-US" sz="1300" dirty="0">
                <a:solidFill>
                  <a:srgbClr val="525252"/>
                </a:solidFill>
                <a:latin typeface="IBM Plex Sans" pitchFamily="34" charset="0"/>
                <a:ea typeface="IBM Plex Sans" pitchFamily="34" charset="-122"/>
                <a:cs typeface="IBM Plex Sans" pitchFamily="34" charset="-120"/>
              </a:rPr>
              <a:t>Le manager reprend tout, à la main, outil par outil.</a:t>
            </a:r>
            <a:endParaRPr lang="en-US" sz="1300" dirty="0"/>
          </a:p>
        </p:txBody>
      </p:sp>
      <p:sp>
        <p:nvSpPr>
          <p:cNvPr id="20" name="Shape 15"/>
          <p:cNvSpPr/>
          <p:nvPr/>
        </p:nvSpPr>
        <p:spPr>
          <a:xfrm>
            <a:off x="8096582" y="3431512"/>
            <a:ext cx="347472" cy="0"/>
          </a:xfrm>
          <a:prstGeom prst="line">
            <a:avLst/>
          </a:prstGeom>
          <a:noFill/>
          <a:ln w="12700">
            <a:solidFill>
              <a:srgbClr val="C6C6C6"/>
            </a:solidFill>
            <a:prstDash val="solid"/>
            <a:tailEnd type="triangle"/>
          </a:ln>
        </p:spPr>
        <p:txBody>
          <a:bodyPr/>
          <a:lstStyle/>
          <a:p>
            <a:endParaRPr lang="fr-FR"/>
          </a:p>
        </p:txBody>
      </p:sp>
      <p:sp>
        <p:nvSpPr>
          <p:cNvPr id="21" name="Text 16"/>
          <p:cNvSpPr/>
          <p:nvPr/>
        </p:nvSpPr>
        <p:spPr>
          <a:xfrm>
            <a:off x="9212351" y="2286000"/>
            <a:ext cx="2430704" cy="457200"/>
          </a:xfrm>
          <a:prstGeom prst="rect">
            <a:avLst/>
          </a:prstGeom>
          <a:noFill/>
          <a:ln/>
        </p:spPr>
        <p:txBody>
          <a:bodyPr wrap="square" lIns="0" tIns="0" rIns="0" bIns="0" rtlCol="0" anchor="t"/>
          <a:lstStyle/>
          <a:p>
            <a:pPr marL="0" indent="0" algn="l">
              <a:buNone/>
            </a:pPr>
            <a:r>
              <a:rPr lang="en-US" sz="2200" dirty="0">
                <a:solidFill>
                  <a:srgbClr val="C6C6C6"/>
                </a:solidFill>
                <a:latin typeface="IBM Plex Sans Light" pitchFamily="34" charset="0"/>
                <a:ea typeface="IBM Plex Sans Light" pitchFamily="34" charset="-122"/>
                <a:cs typeface="IBM Plex Sans Light" pitchFamily="34" charset="-120"/>
              </a:rPr>
              <a:t>04</a:t>
            </a:r>
            <a:endParaRPr lang="en-US" sz="2200" dirty="0"/>
          </a:p>
        </p:txBody>
      </p:sp>
      <p:sp>
        <p:nvSpPr>
          <p:cNvPr id="22" name="Shape 17"/>
          <p:cNvSpPr/>
          <p:nvPr/>
        </p:nvSpPr>
        <p:spPr>
          <a:xfrm>
            <a:off x="9212351" y="3017520"/>
            <a:ext cx="822960" cy="822960"/>
          </a:xfrm>
          <a:prstGeom prst="ellipse">
            <a:avLst/>
          </a:prstGeom>
          <a:ln w="12700">
            <a:solidFill>
              <a:srgbClr val="0F62FE"/>
            </a:solidFill>
            <a:prstDash val="solid"/>
          </a:ln>
        </p:spPr>
        <p:txBody>
          <a:bodyPr/>
          <a:lstStyle/>
          <a:p>
            <a:endParaRPr lang="fr-FR"/>
          </a:p>
        </p:txBody>
      </p:sp>
      <p:pic>
        <p:nvPicPr>
          <p:cNvPr id="23" name="Image 3" descr="assets/icons/clock.png"/>
          <p:cNvPicPr>
            <a:picLocks noChangeAspect="1"/>
          </p:cNvPicPr>
          <p:nvPr/>
        </p:nvPicPr>
        <p:blipFill>
          <a:blip r:embed="rId6"/>
          <a:stretch>
            <a:fillRect/>
          </a:stretch>
        </p:blipFill>
        <p:spPr>
          <a:xfrm>
            <a:off x="9409862" y="3215030"/>
            <a:ext cx="427939" cy="427939"/>
          </a:xfrm>
          <a:prstGeom prst="rect">
            <a:avLst/>
          </a:prstGeom>
        </p:spPr>
      </p:pic>
      <p:sp>
        <p:nvSpPr>
          <p:cNvPr id="24" name="Text 18"/>
          <p:cNvSpPr/>
          <p:nvPr/>
        </p:nvSpPr>
        <p:spPr>
          <a:xfrm>
            <a:off x="9212351" y="4069080"/>
            <a:ext cx="2430704" cy="457200"/>
          </a:xfrm>
          <a:prstGeom prst="rect">
            <a:avLst/>
          </a:prstGeom>
          <a:noFill/>
          <a:ln/>
        </p:spPr>
        <p:txBody>
          <a:bodyPr wrap="square" lIns="0" tIns="0" rIns="0" bIns="0" rtlCol="0" anchor="t"/>
          <a:lstStyle/>
          <a:p>
            <a:pPr marL="0" indent="0" algn="l">
              <a:buNone/>
            </a:pPr>
            <a:r>
              <a:rPr lang="en-US" sz="1700" b="1" dirty="0">
                <a:solidFill>
                  <a:srgbClr val="161616"/>
                </a:solidFill>
                <a:latin typeface="IBM Plex Sans SmBld" pitchFamily="34" charset="0"/>
                <a:ea typeface="IBM Plex Sans SmBld" pitchFamily="34" charset="-122"/>
                <a:cs typeface="IBM Plex Sans SmBld" pitchFamily="34" charset="-120"/>
              </a:rPr>
              <a:t>Vingt minutes</a:t>
            </a:r>
            <a:endParaRPr lang="en-US" sz="1700" dirty="0"/>
          </a:p>
        </p:txBody>
      </p:sp>
      <p:sp>
        <p:nvSpPr>
          <p:cNvPr id="25" name="Text 19"/>
          <p:cNvSpPr/>
          <p:nvPr/>
        </p:nvSpPr>
        <p:spPr>
          <a:xfrm>
            <a:off x="9212351" y="4572000"/>
            <a:ext cx="2430704" cy="1188720"/>
          </a:xfrm>
          <a:prstGeom prst="rect">
            <a:avLst/>
          </a:prstGeom>
          <a:noFill/>
          <a:ln/>
        </p:spPr>
        <p:txBody>
          <a:bodyPr wrap="square" lIns="0" tIns="0" rIns="0" bIns="0" rtlCol="0" anchor="t"/>
          <a:lstStyle/>
          <a:p>
            <a:pPr marL="0" indent="0" algn="l">
              <a:lnSpc>
                <a:spcPct val="118000"/>
              </a:lnSpc>
              <a:buNone/>
            </a:pPr>
            <a:r>
              <a:rPr lang="en-US" sz="1300" dirty="0">
                <a:solidFill>
                  <a:srgbClr val="525252"/>
                </a:solidFill>
                <a:latin typeface="IBM Plex Sans" pitchFamily="34" charset="0"/>
                <a:ea typeface="IBM Plex Sans" pitchFamily="34" charset="-122"/>
                <a:cs typeface="IBM Plex Sans" pitchFamily="34" charset="-120"/>
              </a:rPr>
              <a:t>C'est le temps qu'il faut aujourd'hui pour le clore.</a:t>
            </a:r>
            <a:endParaRPr lang="en-US" sz="1300" dirty="0"/>
          </a:p>
        </p:txBody>
      </p:sp>
      <p:sp>
        <p:nvSpPr>
          <p:cNvPr id="26" name="Text 20"/>
          <p:cNvSpPr/>
          <p:nvPr/>
        </p:nvSpPr>
        <p:spPr>
          <a:xfrm>
            <a:off x="548640" y="6473952"/>
            <a:ext cx="4572000" cy="274320"/>
          </a:xfrm>
          <a:prstGeom prst="rect">
            <a:avLst/>
          </a:prstGeom>
          <a:noFill/>
          <a:ln/>
        </p:spPr>
        <p:txBody>
          <a:bodyPr wrap="square" lIns="0" tIns="0" rIns="0" bIns="0" rtlCol="0" anchor="ctr"/>
          <a:lstStyle/>
          <a:p>
            <a:pPr marL="0" indent="0" algn="l">
              <a:buNone/>
            </a:pPr>
            <a:r>
              <a:rPr lang="en-US" sz="800" dirty="0">
                <a:solidFill>
                  <a:srgbClr val="8D8D8D"/>
                </a:solidFill>
                <a:latin typeface="IBM Plex Sans" pitchFamily="34" charset="0"/>
                <a:ea typeface="IBM Plex Sans" pitchFamily="34" charset="-122"/>
                <a:cs typeface="IBM Plex Sans" pitchFamily="34" charset="-120"/>
              </a:rPr>
              <a:t>© 2026 IBM Corporation</a:t>
            </a:r>
            <a:endParaRPr lang="en-US" sz="800" dirty="0"/>
          </a:p>
        </p:txBody>
      </p:sp>
      <p:sp>
        <p:nvSpPr>
          <p:cNvPr id="27" name="Text 21"/>
          <p:cNvSpPr/>
          <p:nvPr/>
        </p:nvSpPr>
        <p:spPr>
          <a:xfrm>
            <a:off x="11551615" y="6473952"/>
            <a:ext cx="365760" cy="274320"/>
          </a:xfrm>
          <a:prstGeom prst="rect">
            <a:avLst/>
          </a:prstGeom>
          <a:noFill/>
          <a:ln/>
        </p:spPr>
        <p:txBody>
          <a:bodyPr wrap="square" lIns="0" tIns="0" rIns="0" bIns="0" rtlCol="0" anchor="ctr"/>
          <a:lstStyle/>
          <a:p>
            <a:pPr marL="0" indent="0" algn="r">
              <a:buNone/>
            </a:pPr>
            <a:r>
              <a:rPr lang="en-US" sz="900" dirty="0">
                <a:solidFill>
                  <a:srgbClr val="8D8D8D"/>
                </a:solidFill>
                <a:latin typeface="IBM Plex Sans" pitchFamily="34" charset="0"/>
                <a:ea typeface="IBM Plex Sans" pitchFamily="34" charset="-122"/>
                <a:cs typeface="IBM Plex Sans"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assets/pattern_band.png"/>
          <p:cNvPicPr>
            <a:picLocks noChangeAspect="1"/>
          </p:cNvPicPr>
          <p:nvPr/>
        </p:nvPicPr>
        <p:blipFill>
          <a:blip r:embed="rId3"/>
          <a:srcRect/>
          <a:stretch/>
        </p:blipFill>
        <p:spPr>
          <a:xfrm>
            <a:off x="10362895" y="0"/>
            <a:ext cx="1828800" cy="6858000"/>
          </a:xfrm>
          <a:prstGeom prst="rect">
            <a:avLst/>
          </a:prstGeom>
        </p:spPr>
      </p:pic>
      <p:sp>
        <p:nvSpPr>
          <p:cNvPr id="3" name="Text 0"/>
          <p:cNvSpPr/>
          <p:nvPr/>
        </p:nvSpPr>
        <p:spPr>
          <a:xfrm>
            <a:off x="548640" y="0"/>
            <a:ext cx="9448495" cy="6858000"/>
          </a:xfrm>
          <a:prstGeom prst="rect">
            <a:avLst/>
          </a:prstGeom>
          <a:noFill/>
          <a:ln/>
        </p:spPr>
        <p:txBody>
          <a:bodyPr wrap="square" lIns="0" tIns="0" rIns="0" bIns="0" rtlCol="0" anchor="ctr"/>
          <a:lstStyle/>
          <a:p>
            <a:pPr marL="0" indent="0" algn="l">
              <a:lnSpc>
                <a:spcPct val="100000"/>
              </a:lnSpc>
              <a:buNone/>
            </a:pPr>
            <a:r>
              <a:rPr lang="en-US" sz="2400" dirty="0">
                <a:solidFill>
                  <a:srgbClr val="525252"/>
                </a:solidFill>
                <a:latin typeface="IBM Plex Sans Light" pitchFamily="34" charset="0"/>
                <a:ea typeface="IBM Plex Sans Light" pitchFamily="34" charset="-122"/>
                <a:cs typeface="IBM Plex Sans Light" pitchFamily="34" charset="-120"/>
              </a:rPr>
              <a:t>Partie 2
</a:t>
            </a:r>
            <a:r>
              <a:rPr lang="en-US" sz="5800" dirty="0">
                <a:solidFill>
                  <a:srgbClr val="161616"/>
                </a:solidFill>
                <a:latin typeface="IBM Plex Sans Light" pitchFamily="34" charset="0"/>
                <a:ea typeface="IBM Plex Sans Light" pitchFamily="34" charset="-122"/>
                <a:cs typeface="IBM Plex Sans Light" pitchFamily="34" charset="-120"/>
              </a:rPr>
              <a:t>La solution</a:t>
            </a:r>
            <a:endParaRPr lang="en-US" sz="5800" dirty="0"/>
          </a:p>
        </p:txBody>
      </p:sp>
      <p:sp>
        <p:nvSpPr>
          <p:cNvPr id="4" name="Text 1"/>
          <p:cNvSpPr/>
          <p:nvPr/>
        </p:nvSpPr>
        <p:spPr>
          <a:xfrm>
            <a:off x="548640" y="6473952"/>
            <a:ext cx="4572000" cy="274320"/>
          </a:xfrm>
          <a:prstGeom prst="rect">
            <a:avLst/>
          </a:prstGeom>
          <a:noFill/>
          <a:ln/>
        </p:spPr>
        <p:txBody>
          <a:bodyPr wrap="square" lIns="0" tIns="0" rIns="0" bIns="0" rtlCol="0" anchor="ctr"/>
          <a:lstStyle/>
          <a:p>
            <a:pPr marL="0" indent="0" algn="l">
              <a:buNone/>
            </a:pPr>
            <a:r>
              <a:rPr lang="en-US" sz="800" dirty="0">
                <a:solidFill>
                  <a:srgbClr val="8D8D8D"/>
                </a:solidFill>
                <a:latin typeface="IBM Plex Sans" pitchFamily="34" charset="0"/>
                <a:ea typeface="IBM Plex Sans" pitchFamily="34" charset="-122"/>
                <a:cs typeface="IBM Plex Sans" pitchFamily="34" charset="-120"/>
              </a:rPr>
              <a:t>© 2026 IBM Corporation</a:t>
            </a:r>
            <a:endParaRPr lang="en-US" sz="800" dirty="0"/>
          </a:p>
        </p:txBody>
      </p:sp>
      <p:sp>
        <p:nvSpPr>
          <p:cNvPr id="5" name="Text 2"/>
          <p:cNvSpPr/>
          <p:nvPr/>
        </p:nvSpPr>
        <p:spPr>
          <a:xfrm>
            <a:off x="9905695" y="6473952"/>
            <a:ext cx="365760" cy="274320"/>
          </a:xfrm>
          <a:prstGeom prst="rect">
            <a:avLst/>
          </a:prstGeom>
          <a:noFill/>
          <a:ln/>
        </p:spPr>
        <p:txBody>
          <a:bodyPr wrap="square" lIns="0" tIns="0" rIns="0" bIns="0" rtlCol="0" anchor="ctr"/>
          <a:lstStyle/>
          <a:p>
            <a:pPr marL="0" indent="0" algn="r">
              <a:buNone/>
            </a:pPr>
            <a:r>
              <a:rPr lang="en-US" sz="900" dirty="0">
                <a:solidFill>
                  <a:srgbClr val="8D8D8D"/>
                </a:solidFill>
                <a:latin typeface="IBM Plex Sans" pitchFamily="34" charset="0"/>
                <a:ea typeface="IBM Plex Sans" pitchFamily="34" charset="-122"/>
                <a:cs typeface="IBM Plex Sans"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1094415" cy="1005840"/>
          </a:xfrm>
          <a:prstGeom prst="rect">
            <a:avLst/>
          </a:prstGeom>
          <a:noFill/>
          <a:ln/>
        </p:spPr>
        <p:txBody>
          <a:bodyPr wrap="square" lIns="0" tIns="0" rIns="0" bIns="0" rtlCol="0" anchor="t"/>
          <a:lstStyle/>
          <a:p>
            <a:pPr marL="0" indent="0" algn="l">
              <a:lnSpc>
                <a:spcPct val="102000"/>
              </a:lnSpc>
              <a:buNone/>
            </a:pPr>
            <a:r>
              <a:rPr lang="en-US" sz="3200" dirty="0">
                <a:solidFill>
                  <a:srgbClr val="161616"/>
                </a:solidFill>
                <a:latin typeface="IBM Plex Sans Light" pitchFamily="34" charset="0"/>
                <a:ea typeface="IBM Plex Sans Light" pitchFamily="34" charset="-122"/>
                <a:cs typeface="IBM Plex Sans Light" pitchFamily="34" charset="-120"/>
              </a:rPr>
              <a:t>Le manager ne parle plus qu'à </a:t>
            </a:r>
            <a:r>
              <a:rPr lang="en-US" sz="3200" dirty="0">
                <a:solidFill>
                  <a:srgbClr val="0F62FE"/>
                </a:solidFill>
                <a:latin typeface="IBM Plex Sans Light" pitchFamily="34" charset="0"/>
                <a:ea typeface="IBM Plex Sans Light" pitchFamily="34" charset="-122"/>
                <a:cs typeface="IBM Plex Sans Light" pitchFamily="34" charset="-120"/>
              </a:rPr>
              <a:t>un seul interlocuteur</a:t>
            </a:r>
            <a:endParaRPr lang="en-US" sz="3200" dirty="0"/>
          </a:p>
        </p:txBody>
      </p:sp>
      <p:sp>
        <p:nvSpPr>
          <p:cNvPr id="3" name="Shape 1"/>
          <p:cNvSpPr/>
          <p:nvPr/>
        </p:nvSpPr>
        <p:spPr>
          <a:xfrm flipH="1" flipV="1">
            <a:off x="1798168" y="4128863"/>
            <a:ext cx="4297680" cy="137160"/>
          </a:xfrm>
          <a:prstGeom prst="line">
            <a:avLst/>
          </a:prstGeom>
          <a:noFill/>
          <a:ln w="12700">
            <a:solidFill>
              <a:srgbClr val="C6C6C6"/>
            </a:solidFill>
            <a:prstDash val="solid"/>
          </a:ln>
        </p:spPr>
        <p:txBody>
          <a:bodyPr/>
          <a:lstStyle/>
          <a:p>
            <a:endParaRPr lang="fr-FR"/>
          </a:p>
        </p:txBody>
      </p:sp>
      <p:sp>
        <p:nvSpPr>
          <p:cNvPr id="4" name="Shape 2"/>
          <p:cNvSpPr/>
          <p:nvPr/>
        </p:nvSpPr>
        <p:spPr>
          <a:xfrm flipH="1" flipV="1">
            <a:off x="3718408" y="2711543"/>
            <a:ext cx="2377440" cy="1554480"/>
          </a:xfrm>
          <a:prstGeom prst="line">
            <a:avLst/>
          </a:prstGeom>
          <a:noFill/>
          <a:ln w="12700">
            <a:solidFill>
              <a:srgbClr val="C6C6C6"/>
            </a:solidFill>
            <a:prstDash val="solid"/>
          </a:ln>
        </p:spPr>
        <p:txBody>
          <a:bodyPr/>
          <a:lstStyle/>
          <a:p>
            <a:endParaRPr lang="fr-FR"/>
          </a:p>
        </p:txBody>
      </p:sp>
      <p:sp>
        <p:nvSpPr>
          <p:cNvPr id="5" name="Shape 3"/>
          <p:cNvSpPr/>
          <p:nvPr/>
        </p:nvSpPr>
        <p:spPr>
          <a:xfrm flipV="1">
            <a:off x="6095848" y="2208623"/>
            <a:ext cx="0" cy="2057400"/>
          </a:xfrm>
          <a:prstGeom prst="line">
            <a:avLst/>
          </a:prstGeom>
          <a:noFill/>
          <a:ln w="12700">
            <a:solidFill>
              <a:srgbClr val="C6C6C6"/>
            </a:solidFill>
            <a:prstDash val="solid"/>
          </a:ln>
        </p:spPr>
        <p:txBody>
          <a:bodyPr/>
          <a:lstStyle/>
          <a:p>
            <a:endParaRPr lang="fr-FR"/>
          </a:p>
        </p:txBody>
      </p:sp>
      <p:sp>
        <p:nvSpPr>
          <p:cNvPr id="6" name="Shape 4"/>
          <p:cNvSpPr/>
          <p:nvPr/>
        </p:nvSpPr>
        <p:spPr>
          <a:xfrm flipV="1">
            <a:off x="6095848" y="2711543"/>
            <a:ext cx="2377440" cy="1554480"/>
          </a:xfrm>
          <a:prstGeom prst="line">
            <a:avLst/>
          </a:prstGeom>
          <a:noFill/>
          <a:ln w="12700">
            <a:solidFill>
              <a:srgbClr val="C6C6C6"/>
            </a:solidFill>
            <a:prstDash val="solid"/>
          </a:ln>
        </p:spPr>
        <p:txBody>
          <a:bodyPr/>
          <a:lstStyle/>
          <a:p>
            <a:endParaRPr lang="fr-FR"/>
          </a:p>
        </p:txBody>
      </p:sp>
      <p:sp>
        <p:nvSpPr>
          <p:cNvPr id="7" name="Shape 5"/>
          <p:cNvSpPr/>
          <p:nvPr/>
        </p:nvSpPr>
        <p:spPr>
          <a:xfrm flipV="1">
            <a:off x="6095848" y="4128863"/>
            <a:ext cx="4297680" cy="137160"/>
          </a:xfrm>
          <a:prstGeom prst="line">
            <a:avLst/>
          </a:prstGeom>
          <a:noFill/>
          <a:ln w="12700">
            <a:solidFill>
              <a:srgbClr val="C6C6C6"/>
            </a:solidFill>
            <a:prstDash val="solid"/>
          </a:ln>
        </p:spPr>
        <p:txBody>
          <a:bodyPr/>
          <a:lstStyle/>
          <a:p>
            <a:endParaRPr lang="fr-FR"/>
          </a:p>
        </p:txBody>
      </p:sp>
      <p:sp>
        <p:nvSpPr>
          <p:cNvPr id="8" name="Shape 6"/>
          <p:cNvSpPr/>
          <p:nvPr/>
        </p:nvSpPr>
        <p:spPr>
          <a:xfrm>
            <a:off x="1386688" y="3717383"/>
            <a:ext cx="822960" cy="822960"/>
          </a:xfrm>
          <a:prstGeom prst="ellipse">
            <a:avLst/>
          </a:prstGeom>
          <a:solidFill>
            <a:srgbClr val="FFFFFF"/>
          </a:solidFill>
          <a:ln/>
        </p:spPr>
        <p:txBody>
          <a:bodyPr/>
          <a:lstStyle/>
          <a:p>
            <a:endParaRPr lang="fr-FR"/>
          </a:p>
        </p:txBody>
      </p:sp>
      <p:sp>
        <p:nvSpPr>
          <p:cNvPr id="9" name="Shape 7"/>
          <p:cNvSpPr/>
          <p:nvPr/>
        </p:nvSpPr>
        <p:spPr>
          <a:xfrm>
            <a:off x="1386688" y="3717383"/>
            <a:ext cx="822960" cy="822960"/>
          </a:xfrm>
          <a:prstGeom prst="ellipse">
            <a:avLst/>
          </a:prstGeom>
          <a:ln w="12700">
            <a:solidFill>
              <a:srgbClr val="0F62FE"/>
            </a:solidFill>
            <a:prstDash val="solid"/>
          </a:ln>
        </p:spPr>
        <p:txBody>
          <a:bodyPr/>
          <a:lstStyle/>
          <a:p>
            <a:endParaRPr lang="fr-FR"/>
          </a:p>
        </p:txBody>
      </p:sp>
      <p:pic>
        <p:nvPicPr>
          <p:cNvPr id="10" name="Image 0" descr="assets/icons/clipboard.png"/>
          <p:cNvPicPr>
            <a:picLocks noChangeAspect="1"/>
          </p:cNvPicPr>
          <p:nvPr/>
        </p:nvPicPr>
        <p:blipFill>
          <a:blip r:embed="rId3"/>
          <a:stretch>
            <a:fillRect/>
          </a:stretch>
        </p:blipFill>
        <p:spPr>
          <a:xfrm>
            <a:off x="1584198" y="3914893"/>
            <a:ext cx="427939" cy="427939"/>
          </a:xfrm>
          <a:prstGeom prst="rect">
            <a:avLst/>
          </a:prstGeom>
        </p:spPr>
      </p:pic>
      <p:sp>
        <p:nvSpPr>
          <p:cNvPr id="11" name="Text 8"/>
          <p:cNvSpPr/>
          <p:nvPr/>
        </p:nvSpPr>
        <p:spPr>
          <a:xfrm>
            <a:off x="700888" y="4586063"/>
            <a:ext cx="2194560" cy="320040"/>
          </a:xfrm>
          <a:prstGeom prst="rect">
            <a:avLst/>
          </a:prstGeom>
          <a:noFill/>
          <a:ln/>
        </p:spPr>
        <p:txBody>
          <a:bodyPr wrap="square" lIns="0" tIns="0" rIns="0" bIns="0" rtlCol="0" anchor="t"/>
          <a:lstStyle/>
          <a:p>
            <a:pPr marL="0" indent="0" algn="ctr">
              <a:buNone/>
            </a:pPr>
            <a:r>
              <a:rPr lang="en-US" sz="1150" dirty="0">
                <a:solidFill>
                  <a:srgbClr val="161616"/>
                </a:solidFill>
                <a:latin typeface="IBM Plex Sans" pitchFamily="34" charset="0"/>
                <a:ea typeface="IBM Plex Sans" pitchFamily="34" charset="-122"/>
                <a:cs typeface="IBM Plex Sans" pitchFamily="34" charset="-120"/>
              </a:rPr>
              <a:t>ServiceNow</a:t>
            </a:r>
            <a:endParaRPr lang="en-US" sz="1150" dirty="0"/>
          </a:p>
        </p:txBody>
      </p:sp>
      <p:sp>
        <p:nvSpPr>
          <p:cNvPr id="12" name="Shape 9"/>
          <p:cNvSpPr/>
          <p:nvPr/>
        </p:nvSpPr>
        <p:spPr>
          <a:xfrm>
            <a:off x="3306928" y="2300063"/>
            <a:ext cx="822960" cy="822960"/>
          </a:xfrm>
          <a:prstGeom prst="ellipse">
            <a:avLst/>
          </a:prstGeom>
          <a:solidFill>
            <a:srgbClr val="FFFFFF"/>
          </a:solidFill>
          <a:ln/>
        </p:spPr>
        <p:txBody>
          <a:bodyPr/>
          <a:lstStyle/>
          <a:p>
            <a:endParaRPr lang="fr-FR"/>
          </a:p>
        </p:txBody>
      </p:sp>
      <p:sp>
        <p:nvSpPr>
          <p:cNvPr id="13" name="Shape 10"/>
          <p:cNvSpPr/>
          <p:nvPr/>
        </p:nvSpPr>
        <p:spPr>
          <a:xfrm>
            <a:off x="3306928" y="2300063"/>
            <a:ext cx="822960" cy="822960"/>
          </a:xfrm>
          <a:prstGeom prst="ellipse">
            <a:avLst/>
          </a:prstGeom>
          <a:ln w="12700">
            <a:solidFill>
              <a:srgbClr val="0F62FE"/>
            </a:solidFill>
            <a:prstDash val="solid"/>
          </a:ln>
        </p:spPr>
        <p:txBody>
          <a:bodyPr/>
          <a:lstStyle/>
          <a:p>
            <a:endParaRPr lang="fr-FR"/>
          </a:p>
        </p:txBody>
      </p:sp>
      <p:pic>
        <p:nvPicPr>
          <p:cNvPr id="14" name="Image 1" descr="assets/icons/search.png"/>
          <p:cNvPicPr>
            <a:picLocks noChangeAspect="1"/>
          </p:cNvPicPr>
          <p:nvPr/>
        </p:nvPicPr>
        <p:blipFill>
          <a:blip r:embed="rId4"/>
          <a:stretch>
            <a:fillRect/>
          </a:stretch>
        </p:blipFill>
        <p:spPr>
          <a:xfrm>
            <a:off x="3504438" y="2497573"/>
            <a:ext cx="427939" cy="427939"/>
          </a:xfrm>
          <a:prstGeom prst="rect">
            <a:avLst/>
          </a:prstGeom>
        </p:spPr>
      </p:pic>
      <p:sp>
        <p:nvSpPr>
          <p:cNvPr id="15" name="Text 11"/>
          <p:cNvSpPr/>
          <p:nvPr/>
        </p:nvSpPr>
        <p:spPr>
          <a:xfrm>
            <a:off x="2621128" y="1934303"/>
            <a:ext cx="2194560" cy="320040"/>
          </a:xfrm>
          <a:prstGeom prst="rect">
            <a:avLst/>
          </a:prstGeom>
          <a:noFill/>
          <a:ln/>
        </p:spPr>
        <p:txBody>
          <a:bodyPr wrap="square" lIns="0" tIns="0" rIns="0" bIns="0" rtlCol="0" anchor="b"/>
          <a:lstStyle/>
          <a:p>
            <a:pPr marL="0" indent="0" algn="ctr">
              <a:buNone/>
            </a:pPr>
            <a:r>
              <a:rPr lang="en-US" sz="1150" dirty="0">
                <a:solidFill>
                  <a:srgbClr val="161616"/>
                </a:solidFill>
                <a:latin typeface="IBM Plex Sans" pitchFamily="34" charset="0"/>
                <a:ea typeface="IBM Plex Sans" pitchFamily="34" charset="-122"/>
                <a:cs typeface="IBM Plex Sans" pitchFamily="34" charset="-120"/>
              </a:rPr>
              <a:t>Maximo · lecture</a:t>
            </a:r>
            <a:endParaRPr lang="en-US" sz="1150" dirty="0"/>
          </a:p>
        </p:txBody>
      </p:sp>
      <p:sp>
        <p:nvSpPr>
          <p:cNvPr id="16" name="Shape 12"/>
          <p:cNvSpPr/>
          <p:nvPr/>
        </p:nvSpPr>
        <p:spPr>
          <a:xfrm>
            <a:off x="5684368" y="1797143"/>
            <a:ext cx="822960" cy="822960"/>
          </a:xfrm>
          <a:prstGeom prst="ellipse">
            <a:avLst/>
          </a:prstGeom>
          <a:solidFill>
            <a:srgbClr val="FFFFFF"/>
          </a:solidFill>
          <a:ln/>
        </p:spPr>
        <p:txBody>
          <a:bodyPr/>
          <a:lstStyle/>
          <a:p>
            <a:endParaRPr lang="fr-FR"/>
          </a:p>
        </p:txBody>
      </p:sp>
      <p:sp>
        <p:nvSpPr>
          <p:cNvPr id="17" name="Shape 13"/>
          <p:cNvSpPr/>
          <p:nvPr/>
        </p:nvSpPr>
        <p:spPr>
          <a:xfrm>
            <a:off x="5684368" y="1797143"/>
            <a:ext cx="822960" cy="822960"/>
          </a:xfrm>
          <a:prstGeom prst="ellipse">
            <a:avLst/>
          </a:prstGeom>
          <a:ln w="12700">
            <a:solidFill>
              <a:srgbClr val="0F62FE"/>
            </a:solidFill>
            <a:prstDash val="solid"/>
          </a:ln>
        </p:spPr>
        <p:txBody>
          <a:bodyPr/>
          <a:lstStyle/>
          <a:p>
            <a:endParaRPr lang="fr-FR"/>
          </a:p>
        </p:txBody>
      </p:sp>
      <p:pic>
        <p:nvPicPr>
          <p:cNvPr id="18" name="Image 2" descr="assets/icons/tool.png"/>
          <p:cNvPicPr>
            <a:picLocks noChangeAspect="1"/>
          </p:cNvPicPr>
          <p:nvPr/>
        </p:nvPicPr>
        <p:blipFill>
          <a:blip r:embed="rId5"/>
          <a:stretch>
            <a:fillRect/>
          </a:stretch>
        </p:blipFill>
        <p:spPr>
          <a:xfrm>
            <a:off x="5881878" y="1994653"/>
            <a:ext cx="427939" cy="427939"/>
          </a:xfrm>
          <a:prstGeom prst="rect">
            <a:avLst/>
          </a:prstGeom>
        </p:spPr>
      </p:pic>
      <p:sp>
        <p:nvSpPr>
          <p:cNvPr id="19" name="Text 14"/>
          <p:cNvSpPr/>
          <p:nvPr/>
        </p:nvSpPr>
        <p:spPr>
          <a:xfrm>
            <a:off x="4998568" y="1431383"/>
            <a:ext cx="2194560" cy="320040"/>
          </a:xfrm>
          <a:prstGeom prst="rect">
            <a:avLst/>
          </a:prstGeom>
          <a:noFill/>
          <a:ln/>
        </p:spPr>
        <p:txBody>
          <a:bodyPr wrap="square" lIns="0" tIns="0" rIns="0" bIns="0" rtlCol="0" anchor="b"/>
          <a:lstStyle/>
          <a:p>
            <a:pPr marL="0" indent="0" algn="ctr">
              <a:buNone/>
            </a:pPr>
            <a:r>
              <a:rPr lang="en-US" sz="1150" dirty="0">
                <a:solidFill>
                  <a:srgbClr val="161616"/>
                </a:solidFill>
                <a:latin typeface="IBM Plex Sans" pitchFamily="34" charset="0"/>
                <a:ea typeface="IBM Plex Sans" pitchFamily="34" charset="-122"/>
                <a:cs typeface="IBM Plex Sans" pitchFamily="34" charset="-120"/>
              </a:rPr>
              <a:t>Maximo · écriture</a:t>
            </a:r>
            <a:endParaRPr lang="en-US" sz="1150" dirty="0"/>
          </a:p>
        </p:txBody>
      </p:sp>
      <p:sp>
        <p:nvSpPr>
          <p:cNvPr id="20" name="Shape 15"/>
          <p:cNvSpPr/>
          <p:nvPr/>
        </p:nvSpPr>
        <p:spPr>
          <a:xfrm>
            <a:off x="8061808" y="2300063"/>
            <a:ext cx="822960" cy="822960"/>
          </a:xfrm>
          <a:prstGeom prst="ellipse">
            <a:avLst/>
          </a:prstGeom>
          <a:solidFill>
            <a:srgbClr val="FFFFFF"/>
          </a:solidFill>
          <a:ln/>
        </p:spPr>
        <p:txBody>
          <a:bodyPr/>
          <a:lstStyle/>
          <a:p>
            <a:endParaRPr lang="fr-FR"/>
          </a:p>
        </p:txBody>
      </p:sp>
      <p:sp>
        <p:nvSpPr>
          <p:cNvPr id="21" name="Shape 16"/>
          <p:cNvSpPr/>
          <p:nvPr/>
        </p:nvSpPr>
        <p:spPr>
          <a:xfrm>
            <a:off x="8061808" y="2300063"/>
            <a:ext cx="822960" cy="822960"/>
          </a:xfrm>
          <a:prstGeom prst="ellipse">
            <a:avLst/>
          </a:prstGeom>
          <a:ln w="12700">
            <a:solidFill>
              <a:srgbClr val="0F62FE"/>
            </a:solidFill>
            <a:prstDash val="solid"/>
          </a:ln>
        </p:spPr>
        <p:txBody>
          <a:bodyPr/>
          <a:lstStyle/>
          <a:p>
            <a:endParaRPr lang="fr-FR"/>
          </a:p>
        </p:txBody>
      </p:sp>
      <p:pic>
        <p:nvPicPr>
          <p:cNvPr id="22" name="Image 3" descr="assets/icons/database.png"/>
          <p:cNvPicPr>
            <a:picLocks noChangeAspect="1"/>
          </p:cNvPicPr>
          <p:nvPr/>
        </p:nvPicPr>
        <p:blipFill>
          <a:blip r:embed="rId6"/>
          <a:stretch>
            <a:fillRect/>
          </a:stretch>
        </p:blipFill>
        <p:spPr>
          <a:xfrm>
            <a:off x="8259318" y="2497573"/>
            <a:ext cx="427939" cy="427939"/>
          </a:xfrm>
          <a:prstGeom prst="rect">
            <a:avLst/>
          </a:prstGeom>
        </p:spPr>
      </p:pic>
      <p:sp>
        <p:nvSpPr>
          <p:cNvPr id="23" name="Text 17"/>
          <p:cNvSpPr/>
          <p:nvPr/>
        </p:nvSpPr>
        <p:spPr>
          <a:xfrm>
            <a:off x="7376008" y="1934303"/>
            <a:ext cx="2194560" cy="320040"/>
          </a:xfrm>
          <a:prstGeom prst="rect">
            <a:avLst/>
          </a:prstGeom>
          <a:noFill/>
          <a:ln/>
        </p:spPr>
        <p:txBody>
          <a:bodyPr wrap="square" lIns="0" tIns="0" rIns="0" bIns="0" rtlCol="0" anchor="b"/>
          <a:lstStyle/>
          <a:p>
            <a:pPr marL="0" indent="0" algn="ctr">
              <a:buNone/>
            </a:pPr>
            <a:r>
              <a:rPr lang="en-US" sz="1150" dirty="0">
                <a:solidFill>
                  <a:srgbClr val="161616"/>
                </a:solidFill>
                <a:latin typeface="IBM Plex Sans" pitchFamily="34" charset="0"/>
                <a:ea typeface="IBM Plex Sans" pitchFamily="34" charset="-122"/>
                <a:cs typeface="IBM Plex Sans" pitchFamily="34" charset="-120"/>
              </a:rPr>
              <a:t>ERP / Stock</a:t>
            </a:r>
            <a:endParaRPr lang="en-US" sz="1150" dirty="0"/>
          </a:p>
        </p:txBody>
      </p:sp>
      <p:sp>
        <p:nvSpPr>
          <p:cNvPr id="24" name="Shape 18"/>
          <p:cNvSpPr/>
          <p:nvPr/>
        </p:nvSpPr>
        <p:spPr>
          <a:xfrm>
            <a:off x="9982048" y="3717383"/>
            <a:ext cx="822960" cy="822960"/>
          </a:xfrm>
          <a:prstGeom prst="ellipse">
            <a:avLst/>
          </a:prstGeom>
          <a:solidFill>
            <a:srgbClr val="FFFFFF"/>
          </a:solidFill>
          <a:ln/>
        </p:spPr>
        <p:txBody>
          <a:bodyPr/>
          <a:lstStyle/>
          <a:p>
            <a:endParaRPr lang="fr-FR"/>
          </a:p>
        </p:txBody>
      </p:sp>
      <p:sp>
        <p:nvSpPr>
          <p:cNvPr id="25" name="Shape 19"/>
          <p:cNvSpPr/>
          <p:nvPr/>
        </p:nvSpPr>
        <p:spPr>
          <a:xfrm>
            <a:off x="9982048" y="3717383"/>
            <a:ext cx="822960" cy="822960"/>
          </a:xfrm>
          <a:prstGeom prst="ellipse">
            <a:avLst/>
          </a:prstGeom>
          <a:ln w="12700">
            <a:solidFill>
              <a:srgbClr val="0F62FE"/>
            </a:solidFill>
            <a:prstDash val="solid"/>
          </a:ln>
        </p:spPr>
        <p:txBody>
          <a:bodyPr/>
          <a:lstStyle/>
          <a:p>
            <a:endParaRPr lang="fr-FR"/>
          </a:p>
        </p:txBody>
      </p:sp>
      <p:pic>
        <p:nvPicPr>
          <p:cNvPr id="26" name="Image 4" descr="assets/icons/message.png"/>
          <p:cNvPicPr>
            <a:picLocks noChangeAspect="1"/>
          </p:cNvPicPr>
          <p:nvPr/>
        </p:nvPicPr>
        <p:blipFill>
          <a:blip r:embed="rId7"/>
          <a:stretch>
            <a:fillRect/>
          </a:stretch>
        </p:blipFill>
        <p:spPr>
          <a:xfrm>
            <a:off x="10179558" y="3914893"/>
            <a:ext cx="427939" cy="427939"/>
          </a:xfrm>
          <a:prstGeom prst="rect">
            <a:avLst/>
          </a:prstGeom>
        </p:spPr>
      </p:pic>
      <p:sp>
        <p:nvSpPr>
          <p:cNvPr id="27" name="Text 20"/>
          <p:cNvSpPr/>
          <p:nvPr/>
        </p:nvSpPr>
        <p:spPr>
          <a:xfrm>
            <a:off x="9296248" y="4586063"/>
            <a:ext cx="2194560" cy="320040"/>
          </a:xfrm>
          <a:prstGeom prst="rect">
            <a:avLst/>
          </a:prstGeom>
          <a:noFill/>
          <a:ln/>
        </p:spPr>
        <p:txBody>
          <a:bodyPr wrap="square" lIns="0" tIns="0" rIns="0" bIns="0" rtlCol="0" anchor="t"/>
          <a:lstStyle/>
          <a:p>
            <a:pPr marL="0" indent="0" algn="ctr">
              <a:buNone/>
            </a:pPr>
            <a:r>
              <a:rPr lang="en-US" sz="1150" dirty="0">
                <a:solidFill>
                  <a:srgbClr val="161616"/>
                </a:solidFill>
                <a:latin typeface="IBM Plex Sans" pitchFamily="34" charset="0"/>
                <a:ea typeface="IBM Plex Sans" pitchFamily="34" charset="-122"/>
                <a:cs typeface="IBM Plex Sans" pitchFamily="34" charset="-120"/>
              </a:rPr>
              <a:t>Slack</a:t>
            </a:r>
            <a:endParaRPr lang="en-US" sz="1150" dirty="0"/>
          </a:p>
        </p:txBody>
      </p:sp>
      <p:sp>
        <p:nvSpPr>
          <p:cNvPr id="28" name="Shape 21"/>
          <p:cNvSpPr/>
          <p:nvPr/>
        </p:nvSpPr>
        <p:spPr>
          <a:xfrm>
            <a:off x="5318608" y="3488783"/>
            <a:ext cx="1554480" cy="1554480"/>
          </a:xfrm>
          <a:prstGeom prst="ellipse">
            <a:avLst/>
          </a:prstGeom>
          <a:solidFill>
            <a:srgbClr val="FFFFFF"/>
          </a:solidFill>
          <a:ln/>
        </p:spPr>
        <p:txBody>
          <a:bodyPr/>
          <a:lstStyle/>
          <a:p>
            <a:endParaRPr lang="fr-FR"/>
          </a:p>
        </p:txBody>
      </p:sp>
      <p:sp>
        <p:nvSpPr>
          <p:cNvPr id="29" name="Shape 22"/>
          <p:cNvSpPr/>
          <p:nvPr/>
        </p:nvSpPr>
        <p:spPr>
          <a:xfrm>
            <a:off x="5318608" y="3488783"/>
            <a:ext cx="1554480" cy="1554480"/>
          </a:xfrm>
          <a:prstGeom prst="ellipse">
            <a:avLst/>
          </a:prstGeom>
          <a:ln w="25400">
            <a:solidFill>
              <a:srgbClr val="0F62FE"/>
            </a:solidFill>
            <a:prstDash val="solid"/>
          </a:ln>
        </p:spPr>
        <p:txBody>
          <a:bodyPr/>
          <a:lstStyle/>
          <a:p>
            <a:endParaRPr lang="fr-FR"/>
          </a:p>
        </p:txBody>
      </p:sp>
      <p:pic>
        <p:nvPicPr>
          <p:cNvPr id="30" name="Image 5" descr="assets/icons/cpu.png"/>
          <p:cNvPicPr>
            <a:picLocks noChangeAspect="1"/>
          </p:cNvPicPr>
          <p:nvPr/>
        </p:nvPicPr>
        <p:blipFill>
          <a:blip r:embed="rId8"/>
          <a:stretch>
            <a:fillRect/>
          </a:stretch>
        </p:blipFill>
        <p:spPr>
          <a:xfrm>
            <a:off x="5803240" y="3881975"/>
            <a:ext cx="585216" cy="585216"/>
          </a:xfrm>
          <a:prstGeom prst="rect">
            <a:avLst/>
          </a:prstGeom>
        </p:spPr>
      </p:pic>
      <p:sp>
        <p:nvSpPr>
          <p:cNvPr id="31" name="Text 23"/>
          <p:cNvSpPr/>
          <p:nvPr/>
        </p:nvSpPr>
        <p:spPr>
          <a:xfrm>
            <a:off x="5318608" y="4467191"/>
            <a:ext cx="1554480" cy="320040"/>
          </a:xfrm>
          <a:prstGeom prst="rect">
            <a:avLst/>
          </a:prstGeom>
          <a:noFill/>
          <a:ln/>
        </p:spPr>
        <p:txBody>
          <a:bodyPr wrap="square" lIns="0" tIns="0" rIns="0" bIns="0" rtlCol="0" anchor="ctr"/>
          <a:lstStyle/>
          <a:p>
            <a:pPr marL="0" indent="0" algn="ctr">
              <a:buNone/>
            </a:pPr>
            <a:r>
              <a:rPr lang="en-US" sz="1200" b="1" dirty="0">
                <a:solidFill>
                  <a:srgbClr val="0F62FE"/>
                </a:solidFill>
                <a:latin typeface="IBM Plex Sans SmBld" pitchFamily="34" charset="0"/>
                <a:ea typeface="IBM Plex Sans SmBld" pitchFamily="34" charset="-122"/>
                <a:cs typeface="IBM Plex Sans SmBld" pitchFamily="34" charset="-120"/>
              </a:rPr>
              <a:t>Assistant</a:t>
            </a:r>
            <a:endParaRPr lang="en-US" sz="1200" dirty="0"/>
          </a:p>
        </p:txBody>
      </p:sp>
      <p:sp>
        <p:nvSpPr>
          <p:cNvPr id="32" name="Text 24"/>
          <p:cNvSpPr/>
          <p:nvPr/>
        </p:nvSpPr>
        <p:spPr>
          <a:xfrm>
            <a:off x="548639" y="5650992"/>
            <a:ext cx="11094415" cy="457200"/>
          </a:xfrm>
          <a:prstGeom prst="rect">
            <a:avLst/>
          </a:prstGeom>
          <a:noFill/>
          <a:ln/>
        </p:spPr>
        <p:txBody>
          <a:bodyPr wrap="square" lIns="0" tIns="0" rIns="0" bIns="0" rtlCol="0" anchor="ctr"/>
          <a:lstStyle/>
          <a:p>
            <a:pPr marL="0" indent="0" algn="ctr">
              <a:buNone/>
            </a:pPr>
            <a:r>
              <a:rPr lang="en-US" sz="1500" dirty="0">
                <a:solidFill>
                  <a:srgbClr val="525252"/>
                </a:solidFill>
                <a:latin typeface="IBM Plex Sans" pitchFamily="34" charset="0"/>
                <a:ea typeface="IBM Plex Sans" pitchFamily="34" charset="-122"/>
                <a:cs typeface="IBM Plex Sans" pitchFamily="34" charset="-120"/>
              </a:rPr>
              <a:t>Il s'adresse à l'assistant en langage naturel ; c'est lui qui va chercher chaque système.</a:t>
            </a:r>
            <a:endParaRPr lang="en-US" sz="1500" dirty="0"/>
          </a:p>
        </p:txBody>
      </p:sp>
      <p:sp>
        <p:nvSpPr>
          <p:cNvPr id="33" name="Text 25"/>
          <p:cNvSpPr/>
          <p:nvPr/>
        </p:nvSpPr>
        <p:spPr>
          <a:xfrm>
            <a:off x="548640" y="6473952"/>
            <a:ext cx="4572000" cy="274320"/>
          </a:xfrm>
          <a:prstGeom prst="rect">
            <a:avLst/>
          </a:prstGeom>
          <a:noFill/>
          <a:ln/>
        </p:spPr>
        <p:txBody>
          <a:bodyPr wrap="square" lIns="0" tIns="0" rIns="0" bIns="0" rtlCol="0" anchor="ctr"/>
          <a:lstStyle/>
          <a:p>
            <a:pPr marL="0" indent="0" algn="l">
              <a:buNone/>
            </a:pPr>
            <a:r>
              <a:rPr lang="en-US" sz="800" dirty="0">
                <a:solidFill>
                  <a:srgbClr val="8D8D8D"/>
                </a:solidFill>
                <a:latin typeface="IBM Plex Sans" pitchFamily="34" charset="0"/>
                <a:ea typeface="IBM Plex Sans" pitchFamily="34" charset="-122"/>
                <a:cs typeface="IBM Plex Sans" pitchFamily="34" charset="-120"/>
              </a:rPr>
              <a:t>© 2026 IBM Corporation</a:t>
            </a:r>
            <a:endParaRPr lang="en-US" sz="800" dirty="0"/>
          </a:p>
        </p:txBody>
      </p:sp>
      <p:sp>
        <p:nvSpPr>
          <p:cNvPr id="34" name="Text 26"/>
          <p:cNvSpPr/>
          <p:nvPr/>
        </p:nvSpPr>
        <p:spPr>
          <a:xfrm>
            <a:off x="11551615" y="6473952"/>
            <a:ext cx="365760" cy="274320"/>
          </a:xfrm>
          <a:prstGeom prst="rect">
            <a:avLst/>
          </a:prstGeom>
          <a:noFill/>
          <a:ln/>
        </p:spPr>
        <p:txBody>
          <a:bodyPr wrap="square" lIns="0" tIns="0" rIns="0" bIns="0" rtlCol="0" anchor="ctr"/>
          <a:lstStyle/>
          <a:p>
            <a:pPr marL="0" indent="0" algn="r">
              <a:buNone/>
            </a:pPr>
            <a:r>
              <a:rPr lang="en-US" sz="900" dirty="0">
                <a:solidFill>
                  <a:srgbClr val="8D8D8D"/>
                </a:solidFill>
                <a:latin typeface="IBM Plex Sans" pitchFamily="34" charset="0"/>
                <a:ea typeface="IBM Plex Sans" pitchFamily="34" charset="-122"/>
                <a:cs typeface="IBM Plex Sans"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1094415" cy="1005840"/>
          </a:xfrm>
          <a:prstGeom prst="rect">
            <a:avLst/>
          </a:prstGeom>
          <a:noFill/>
          <a:ln/>
        </p:spPr>
        <p:txBody>
          <a:bodyPr wrap="square" lIns="0" tIns="0" rIns="0" bIns="0" rtlCol="0" anchor="t"/>
          <a:lstStyle/>
          <a:p>
            <a:pPr marL="0" indent="0" algn="l">
              <a:lnSpc>
                <a:spcPct val="102000"/>
              </a:lnSpc>
              <a:buNone/>
            </a:pPr>
            <a:r>
              <a:rPr lang="en-US" sz="3000" dirty="0">
                <a:solidFill>
                  <a:srgbClr val="161616"/>
                </a:solidFill>
                <a:latin typeface="IBM Plex Sans Light" pitchFamily="34" charset="0"/>
                <a:ea typeface="IBM Plex Sans Light" pitchFamily="34" charset="-122"/>
                <a:cs typeface="IBM Plex Sans Light" pitchFamily="34" charset="-120"/>
              </a:rPr>
              <a:t>Derrière l'assistant : un orchestrateur et </a:t>
            </a:r>
            <a:r>
              <a:rPr lang="en-US" sz="3000" dirty="0">
                <a:solidFill>
                  <a:srgbClr val="0F62FE"/>
                </a:solidFill>
                <a:latin typeface="IBM Plex Sans Light" pitchFamily="34" charset="0"/>
                <a:ea typeface="IBM Plex Sans Light" pitchFamily="34" charset="-122"/>
                <a:cs typeface="IBM Plex Sans Light" pitchFamily="34" charset="-120"/>
              </a:rPr>
              <a:t>cinq agents</a:t>
            </a:r>
            <a:r>
              <a:rPr lang="en-US" sz="3000" dirty="0">
                <a:solidFill>
                  <a:srgbClr val="161616"/>
                </a:solidFill>
                <a:latin typeface="IBM Plex Sans Light" pitchFamily="34" charset="0"/>
                <a:ea typeface="IBM Plex Sans Light" pitchFamily="34" charset="-122"/>
                <a:cs typeface="IBM Plex Sans Light" pitchFamily="34" charset="-120"/>
              </a:rPr>
              <a:t> spécialisés</a:t>
            </a:r>
            <a:endParaRPr lang="en-US" sz="3000" dirty="0"/>
          </a:p>
        </p:txBody>
      </p:sp>
      <p:sp>
        <p:nvSpPr>
          <p:cNvPr id="3" name="Shape 1"/>
          <p:cNvSpPr/>
          <p:nvPr/>
        </p:nvSpPr>
        <p:spPr>
          <a:xfrm>
            <a:off x="4221328" y="1737360"/>
            <a:ext cx="1005840" cy="1005840"/>
          </a:xfrm>
          <a:prstGeom prst="ellipse">
            <a:avLst/>
          </a:prstGeom>
          <a:ln w="25400">
            <a:solidFill>
              <a:srgbClr val="0F62FE"/>
            </a:solidFill>
            <a:prstDash val="solid"/>
          </a:ln>
        </p:spPr>
        <p:txBody>
          <a:bodyPr/>
          <a:lstStyle/>
          <a:p>
            <a:endParaRPr lang="fr-FR"/>
          </a:p>
        </p:txBody>
      </p:sp>
      <p:pic>
        <p:nvPicPr>
          <p:cNvPr id="4" name="Image 0" descr="assets/icons/cpu.png"/>
          <p:cNvPicPr>
            <a:picLocks noChangeAspect="1"/>
          </p:cNvPicPr>
          <p:nvPr/>
        </p:nvPicPr>
        <p:blipFill>
          <a:blip r:embed="rId3"/>
          <a:stretch>
            <a:fillRect/>
          </a:stretch>
        </p:blipFill>
        <p:spPr>
          <a:xfrm>
            <a:off x="4431640" y="1911096"/>
            <a:ext cx="585216" cy="585216"/>
          </a:xfrm>
          <a:prstGeom prst="rect">
            <a:avLst/>
          </a:prstGeom>
        </p:spPr>
      </p:pic>
      <p:sp>
        <p:nvSpPr>
          <p:cNvPr id="5" name="Text 2"/>
          <p:cNvSpPr/>
          <p:nvPr/>
        </p:nvSpPr>
        <p:spPr>
          <a:xfrm>
            <a:off x="3718408" y="2770632"/>
            <a:ext cx="2011680" cy="320040"/>
          </a:xfrm>
          <a:prstGeom prst="rect">
            <a:avLst/>
          </a:prstGeom>
          <a:noFill/>
          <a:ln/>
        </p:spPr>
        <p:txBody>
          <a:bodyPr wrap="square" lIns="0" tIns="0" rIns="0" bIns="0" rtlCol="0" anchor="ctr"/>
          <a:lstStyle/>
          <a:p>
            <a:pPr marL="0" indent="0" algn="ctr">
              <a:buNone/>
            </a:pPr>
            <a:r>
              <a:rPr lang="en-US" sz="1300" b="1" dirty="0">
                <a:solidFill>
                  <a:srgbClr val="0F62FE"/>
                </a:solidFill>
                <a:latin typeface="IBM Plex Sans SmBld" pitchFamily="34" charset="0"/>
                <a:ea typeface="IBM Plex Sans SmBld" pitchFamily="34" charset="-122"/>
                <a:cs typeface="IBM Plex Sans SmBld" pitchFamily="34" charset="-120"/>
              </a:rPr>
              <a:t>Orchestrateur</a:t>
            </a:r>
            <a:endParaRPr lang="en-US" sz="1300" dirty="0"/>
          </a:p>
        </p:txBody>
      </p:sp>
      <p:sp>
        <p:nvSpPr>
          <p:cNvPr id="6" name="Shape 3"/>
          <p:cNvSpPr/>
          <p:nvPr/>
        </p:nvSpPr>
        <p:spPr>
          <a:xfrm flipH="1">
            <a:off x="1274034" y="3200400"/>
            <a:ext cx="3450214" cy="548640"/>
          </a:xfrm>
          <a:prstGeom prst="line">
            <a:avLst/>
          </a:prstGeom>
          <a:noFill/>
          <a:ln w="12700">
            <a:solidFill>
              <a:srgbClr val="C6C6C6"/>
            </a:solidFill>
            <a:prstDash val="solid"/>
          </a:ln>
        </p:spPr>
        <p:txBody>
          <a:bodyPr/>
          <a:lstStyle/>
          <a:p>
            <a:endParaRPr lang="fr-FR"/>
          </a:p>
        </p:txBody>
      </p:sp>
      <p:sp>
        <p:nvSpPr>
          <p:cNvPr id="7" name="Shape 4"/>
          <p:cNvSpPr/>
          <p:nvPr/>
        </p:nvSpPr>
        <p:spPr>
          <a:xfrm>
            <a:off x="885414" y="3817620"/>
            <a:ext cx="777240" cy="777240"/>
          </a:xfrm>
          <a:prstGeom prst="ellipse">
            <a:avLst/>
          </a:prstGeom>
          <a:ln w="12700">
            <a:solidFill>
              <a:srgbClr val="0F62FE"/>
            </a:solidFill>
            <a:prstDash val="solid"/>
          </a:ln>
        </p:spPr>
        <p:txBody>
          <a:bodyPr/>
          <a:lstStyle/>
          <a:p>
            <a:endParaRPr lang="fr-FR"/>
          </a:p>
        </p:txBody>
      </p:sp>
      <p:pic>
        <p:nvPicPr>
          <p:cNvPr id="8" name="Image 1" descr="assets/icons/clipboard.png"/>
          <p:cNvPicPr>
            <a:picLocks noChangeAspect="1"/>
          </p:cNvPicPr>
          <p:nvPr/>
        </p:nvPicPr>
        <p:blipFill>
          <a:blip r:embed="rId4"/>
          <a:stretch>
            <a:fillRect/>
          </a:stretch>
        </p:blipFill>
        <p:spPr>
          <a:xfrm>
            <a:off x="1071951" y="4004158"/>
            <a:ext cx="404165" cy="404165"/>
          </a:xfrm>
          <a:prstGeom prst="rect">
            <a:avLst/>
          </a:prstGeom>
        </p:spPr>
      </p:pic>
      <p:sp>
        <p:nvSpPr>
          <p:cNvPr id="9" name="Text 5"/>
          <p:cNvSpPr/>
          <p:nvPr/>
        </p:nvSpPr>
        <p:spPr>
          <a:xfrm>
            <a:off x="548640" y="4663440"/>
            <a:ext cx="1450787" cy="457200"/>
          </a:xfrm>
          <a:prstGeom prst="rect">
            <a:avLst/>
          </a:prstGeom>
          <a:noFill/>
          <a:ln/>
        </p:spPr>
        <p:txBody>
          <a:bodyPr wrap="square" lIns="0" tIns="0" rIns="0" bIns="0" rtlCol="0" anchor="t"/>
          <a:lstStyle/>
          <a:p>
            <a:pPr marL="0" indent="0" algn="ctr">
              <a:lnSpc>
                <a:spcPct val="100000"/>
              </a:lnSpc>
              <a:buNone/>
            </a:pPr>
            <a:r>
              <a:rPr lang="en-US" sz="1200" b="1" dirty="0">
                <a:solidFill>
                  <a:srgbClr val="161616"/>
                </a:solidFill>
                <a:latin typeface="IBM Plex Sans SmBld" pitchFamily="34" charset="0"/>
                <a:ea typeface="IBM Plex Sans SmBld" pitchFamily="34" charset="-122"/>
                <a:cs typeface="IBM Plex Sans SmBld" pitchFamily="34" charset="-120"/>
              </a:rPr>
              <a:t>ServiceNow</a:t>
            </a:r>
            <a:endParaRPr lang="en-US" sz="1200" dirty="0"/>
          </a:p>
        </p:txBody>
      </p:sp>
      <p:sp>
        <p:nvSpPr>
          <p:cNvPr id="10" name="Text 6"/>
          <p:cNvSpPr/>
          <p:nvPr/>
        </p:nvSpPr>
        <p:spPr>
          <a:xfrm>
            <a:off x="548640" y="5102352"/>
            <a:ext cx="1450787" cy="365760"/>
          </a:xfrm>
          <a:prstGeom prst="rect">
            <a:avLst/>
          </a:prstGeom>
          <a:noFill/>
          <a:ln/>
        </p:spPr>
        <p:txBody>
          <a:bodyPr wrap="square" lIns="0" tIns="0" rIns="0" bIns="0" rtlCol="0" anchor="t"/>
          <a:lstStyle/>
          <a:p>
            <a:pPr marL="0" indent="0" algn="ctr">
              <a:buNone/>
            </a:pPr>
            <a:r>
              <a:rPr lang="en-US" sz="1000" dirty="0">
                <a:solidFill>
                  <a:srgbClr val="525252"/>
                </a:solidFill>
                <a:latin typeface="IBM Plex Sans" pitchFamily="34" charset="0"/>
                <a:ea typeface="IBM Plex Sans" pitchFamily="34" charset="-122"/>
                <a:cs typeface="IBM Plex Sans" pitchFamily="34" charset="-120"/>
              </a:rPr>
              <a:t>ITSM · lecture + écriture</a:t>
            </a:r>
            <a:endParaRPr lang="en-US" sz="1000" dirty="0"/>
          </a:p>
        </p:txBody>
      </p:sp>
      <p:sp>
        <p:nvSpPr>
          <p:cNvPr id="11" name="Shape 7"/>
          <p:cNvSpPr/>
          <p:nvPr/>
        </p:nvSpPr>
        <p:spPr>
          <a:xfrm flipH="1">
            <a:off x="2999141" y="3200400"/>
            <a:ext cx="1725107" cy="548640"/>
          </a:xfrm>
          <a:prstGeom prst="line">
            <a:avLst/>
          </a:prstGeom>
          <a:noFill/>
          <a:ln w="12700">
            <a:solidFill>
              <a:srgbClr val="C6C6C6"/>
            </a:solidFill>
            <a:prstDash val="solid"/>
          </a:ln>
        </p:spPr>
        <p:txBody>
          <a:bodyPr/>
          <a:lstStyle/>
          <a:p>
            <a:endParaRPr lang="fr-FR"/>
          </a:p>
        </p:txBody>
      </p:sp>
      <p:sp>
        <p:nvSpPr>
          <p:cNvPr id="12" name="Shape 8"/>
          <p:cNvSpPr/>
          <p:nvPr/>
        </p:nvSpPr>
        <p:spPr>
          <a:xfrm>
            <a:off x="2610521" y="3817620"/>
            <a:ext cx="777240" cy="777240"/>
          </a:xfrm>
          <a:prstGeom prst="ellipse">
            <a:avLst/>
          </a:prstGeom>
          <a:ln w="12700">
            <a:solidFill>
              <a:srgbClr val="0F62FE"/>
            </a:solidFill>
            <a:prstDash val="solid"/>
          </a:ln>
        </p:spPr>
        <p:txBody>
          <a:bodyPr/>
          <a:lstStyle/>
          <a:p>
            <a:endParaRPr lang="fr-FR"/>
          </a:p>
        </p:txBody>
      </p:sp>
      <p:pic>
        <p:nvPicPr>
          <p:cNvPr id="13" name="Image 2" descr="assets/icons/search.png"/>
          <p:cNvPicPr>
            <a:picLocks noChangeAspect="1"/>
          </p:cNvPicPr>
          <p:nvPr/>
        </p:nvPicPr>
        <p:blipFill>
          <a:blip r:embed="rId5"/>
          <a:stretch>
            <a:fillRect/>
          </a:stretch>
        </p:blipFill>
        <p:spPr>
          <a:xfrm>
            <a:off x="2797058" y="4004158"/>
            <a:ext cx="404165" cy="404165"/>
          </a:xfrm>
          <a:prstGeom prst="rect">
            <a:avLst/>
          </a:prstGeom>
        </p:spPr>
      </p:pic>
      <p:sp>
        <p:nvSpPr>
          <p:cNvPr id="14" name="Text 9"/>
          <p:cNvSpPr/>
          <p:nvPr/>
        </p:nvSpPr>
        <p:spPr>
          <a:xfrm>
            <a:off x="2273747" y="4663440"/>
            <a:ext cx="1450787" cy="457200"/>
          </a:xfrm>
          <a:prstGeom prst="rect">
            <a:avLst/>
          </a:prstGeom>
          <a:noFill/>
          <a:ln/>
        </p:spPr>
        <p:txBody>
          <a:bodyPr wrap="square" lIns="0" tIns="0" rIns="0" bIns="0" rtlCol="0" anchor="t"/>
          <a:lstStyle/>
          <a:p>
            <a:pPr marL="0" indent="0" algn="ctr">
              <a:lnSpc>
                <a:spcPct val="100000"/>
              </a:lnSpc>
              <a:buNone/>
            </a:pPr>
            <a:r>
              <a:rPr lang="en-US" sz="1200" b="1" dirty="0">
                <a:solidFill>
                  <a:srgbClr val="161616"/>
                </a:solidFill>
                <a:latin typeface="IBM Plex Sans SmBld" pitchFamily="34" charset="0"/>
                <a:ea typeface="IBM Plex Sans SmBld" pitchFamily="34" charset="-122"/>
                <a:cs typeface="IBM Plex Sans SmBld" pitchFamily="34" charset="-120"/>
              </a:rPr>
              <a:t>Maximo Diagnostic</a:t>
            </a:r>
            <a:endParaRPr lang="en-US" sz="1200" dirty="0"/>
          </a:p>
        </p:txBody>
      </p:sp>
      <p:sp>
        <p:nvSpPr>
          <p:cNvPr id="15" name="Text 10"/>
          <p:cNvSpPr/>
          <p:nvPr/>
        </p:nvSpPr>
        <p:spPr>
          <a:xfrm>
            <a:off x="2273747" y="5102352"/>
            <a:ext cx="1450787" cy="365760"/>
          </a:xfrm>
          <a:prstGeom prst="rect">
            <a:avLst/>
          </a:prstGeom>
          <a:noFill/>
          <a:ln/>
        </p:spPr>
        <p:txBody>
          <a:bodyPr wrap="square" lIns="0" tIns="0" rIns="0" bIns="0" rtlCol="0" anchor="t"/>
          <a:lstStyle/>
          <a:p>
            <a:pPr marL="0" indent="0" algn="ctr">
              <a:buNone/>
            </a:pPr>
            <a:r>
              <a:rPr lang="en-US" sz="1000" dirty="0">
                <a:solidFill>
                  <a:srgbClr val="525252"/>
                </a:solidFill>
                <a:latin typeface="IBM Plex Sans" pitchFamily="34" charset="0"/>
                <a:ea typeface="IBM Plex Sans" pitchFamily="34" charset="-122"/>
                <a:cs typeface="IBM Plex Sans" pitchFamily="34" charset="-120"/>
              </a:rPr>
              <a:t>lecture</a:t>
            </a:r>
            <a:endParaRPr lang="en-US" sz="1000" dirty="0"/>
          </a:p>
        </p:txBody>
      </p:sp>
      <p:sp>
        <p:nvSpPr>
          <p:cNvPr id="16" name="Shape 11"/>
          <p:cNvSpPr/>
          <p:nvPr/>
        </p:nvSpPr>
        <p:spPr>
          <a:xfrm>
            <a:off x="4724248" y="3200400"/>
            <a:ext cx="0" cy="548640"/>
          </a:xfrm>
          <a:prstGeom prst="line">
            <a:avLst/>
          </a:prstGeom>
          <a:noFill/>
          <a:ln w="12700">
            <a:solidFill>
              <a:srgbClr val="C6C6C6"/>
            </a:solidFill>
            <a:prstDash val="solid"/>
          </a:ln>
        </p:spPr>
        <p:txBody>
          <a:bodyPr/>
          <a:lstStyle/>
          <a:p>
            <a:endParaRPr lang="fr-FR"/>
          </a:p>
        </p:txBody>
      </p:sp>
      <p:sp>
        <p:nvSpPr>
          <p:cNvPr id="17" name="Shape 12"/>
          <p:cNvSpPr/>
          <p:nvPr/>
        </p:nvSpPr>
        <p:spPr>
          <a:xfrm>
            <a:off x="4335628" y="3817620"/>
            <a:ext cx="777240" cy="777240"/>
          </a:xfrm>
          <a:prstGeom prst="ellipse">
            <a:avLst/>
          </a:prstGeom>
          <a:ln w="12700">
            <a:solidFill>
              <a:srgbClr val="0F62FE"/>
            </a:solidFill>
            <a:prstDash val="solid"/>
          </a:ln>
        </p:spPr>
        <p:txBody>
          <a:bodyPr/>
          <a:lstStyle/>
          <a:p>
            <a:endParaRPr lang="fr-FR"/>
          </a:p>
        </p:txBody>
      </p:sp>
      <p:pic>
        <p:nvPicPr>
          <p:cNvPr id="18" name="Image 3" descr="assets/icons/tool.png"/>
          <p:cNvPicPr>
            <a:picLocks noChangeAspect="1"/>
          </p:cNvPicPr>
          <p:nvPr/>
        </p:nvPicPr>
        <p:blipFill>
          <a:blip r:embed="rId6"/>
          <a:stretch>
            <a:fillRect/>
          </a:stretch>
        </p:blipFill>
        <p:spPr>
          <a:xfrm>
            <a:off x="4522165" y="4004158"/>
            <a:ext cx="404165" cy="404165"/>
          </a:xfrm>
          <a:prstGeom prst="rect">
            <a:avLst/>
          </a:prstGeom>
        </p:spPr>
      </p:pic>
      <p:sp>
        <p:nvSpPr>
          <p:cNvPr id="19" name="Text 13"/>
          <p:cNvSpPr/>
          <p:nvPr/>
        </p:nvSpPr>
        <p:spPr>
          <a:xfrm>
            <a:off x="3998854" y="4663440"/>
            <a:ext cx="1450787" cy="457200"/>
          </a:xfrm>
          <a:prstGeom prst="rect">
            <a:avLst/>
          </a:prstGeom>
          <a:noFill/>
          <a:ln/>
        </p:spPr>
        <p:txBody>
          <a:bodyPr wrap="square" lIns="0" tIns="0" rIns="0" bIns="0" rtlCol="0" anchor="t"/>
          <a:lstStyle/>
          <a:p>
            <a:pPr marL="0" indent="0" algn="ctr">
              <a:lnSpc>
                <a:spcPct val="100000"/>
              </a:lnSpc>
              <a:buNone/>
            </a:pPr>
            <a:r>
              <a:rPr lang="en-US" sz="1200" b="1" dirty="0">
                <a:solidFill>
                  <a:srgbClr val="161616"/>
                </a:solidFill>
                <a:latin typeface="IBM Plex Sans SmBld" pitchFamily="34" charset="0"/>
                <a:ea typeface="IBM Plex Sans SmBld" pitchFamily="34" charset="-122"/>
                <a:cs typeface="IBM Plex Sans SmBld" pitchFamily="34" charset="-120"/>
              </a:rPr>
              <a:t>Maximo Planning</a:t>
            </a:r>
            <a:endParaRPr lang="en-US" sz="1200" dirty="0"/>
          </a:p>
        </p:txBody>
      </p:sp>
      <p:sp>
        <p:nvSpPr>
          <p:cNvPr id="20" name="Text 14"/>
          <p:cNvSpPr/>
          <p:nvPr/>
        </p:nvSpPr>
        <p:spPr>
          <a:xfrm>
            <a:off x="3998854" y="5102352"/>
            <a:ext cx="1450787" cy="365760"/>
          </a:xfrm>
          <a:prstGeom prst="rect">
            <a:avLst/>
          </a:prstGeom>
          <a:noFill/>
          <a:ln/>
        </p:spPr>
        <p:txBody>
          <a:bodyPr wrap="square" lIns="0" tIns="0" rIns="0" bIns="0" rtlCol="0" anchor="t"/>
          <a:lstStyle/>
          <a:p>
            <a:pPr marL="0" indent="0" algn="ctr">
              <a:buNone/>
            </a:pPr>
            <a:r>
              <a:rPr lang="en-US" sz="1000" dirty="0">
                <a:solidFill>
                  <a:srgbClr val="525252"/>
                </a:solidFill>
                <a:latin typeface="IBM Plex Sans" pitchFamily="34" charset="0"/>
                <a:ea typeface="IBM Plex Sans" pitchFamily="34" charset="-122"/>
                <a:cs typeface="IBM Plex Sans" pitchFamily="34" charset="-120"/>
              </a:rPr>
              <a:t>écriture</a:t>
            </a:r>
            <a:endParaRPr lang="en-US" sz="1000" dirty="0"/>
          </a:p>
        </p:txBody>
      </p:sp>
      <p:sp>
        <p:nvSpPr>
          <p:cNvPr id="21" name="Shape 15"/>
          <p:cNvSpPr/>
          <p:nvPr/>
        </p:nvSpPr>
        <p:spPr>
          <a:xfrm>
            <a:off x="4724248" y="3200400"/>
            <a:ext cx="1725107" cy="548640"/>
          </a:xfrm>
          <a:prstGeom prst="line">
            <a:avLst/>
          </a:prstGeom>
          <a:noFill/>
          <a:ln w="12700">
            <a:solidFill>
              <a:srgbClr val="C6C6C6"/>
            </a:solidFill>
            <a:prstDash val="solid"/>
          </a:ln>
        </p:spPr>
        <p:txBody>
          <a:bodyPr/>
          <a:lstStyle/>
          <a:p>
            <a:endParaRPr lang="fr-FR"/>
          </a:p>
        </p:txBody>
      </p:sp>
      <p:sp>
        <p:nvSpPr>
          <p:cNvPr id="22" name="Shape 16"/>
          <p:cNvSpPr/>
          <p:nvPr/>
        </p:nvSpPr>
        <p:spPr>
          <a:xfrm>
            <a:off x="6060735" y="3817620"/>
            <a:ext cx="777240" cy="777240"/>
          </a:xfrm>
          <a:prstGeom prst="ellipse">
            <a:avLst/>
          </a:prstGeom>
          <a:ln w="12700">
            <a:solidFill>
              <a:srgbClr val="0F62FE"/>
            </a:solidFill>
            <a:prstDash val="solid"/>
          </a:ln>
        </p:spPr>
        <p:txBody>
          <a:bodyPr/>
          <a:lstStyle/>
          <a:p>
            <a:endParaRPr lang="fr-FR"/>
          </a:p>
        </p:txBody>
      </p:sp>
      <p:pic>
        <p:nvPicPr>
          <p:cNvPr id="23" name="Image 4" descr="assets/icons/database.png"/>
          <p:cNvPicPr>
            <a:picLocks noChangeAspect="1"/>
          </p:cNvPicPr>
          <p:nvPr/>
        </p:nvPicPr>
        <p:blipFill>
          <a:blip r:embed="rId7"/>
          <a:stretch>
            <a:fillRect/>
          </a:stretch>
        </p:blipFill>
        <p:spPr>
          <a:xfrm>
            <a:off x="6247272" y="4004158"/>
            <a:ext cx="404165" cy="404165"/>
          </a:xfrm>
          <a:prstGeom prst="rect">
            <a:avLst/>
          </a:prstGeom>
        </p:spPr>
      </p:pic>
      <p:sp>
        <p:nvSpPr>
          <p:cNvPr id="24" name="Text 17"/>
          <p:cNvSpPr/>
          <p:nvPr/>
        </p:nvSpPr>
        <p:spPr>
          <a:xfrm>
            <a:off x="5723961" y="4663440"/>
            <a:ext cx="1450787" cy="457200"/>
          </a:xfrm>
          <a:prstGeom prst="rect">
            <a:avLst/>
          </a:prstGeom>
          <a:noFill/>
          <a:ln/>
        </p:spPr>
        <p:txBody>
          <a:bodyPr wrap="square" lIns="0" tIns="0" rIns="0" bIns="0" rtlCol="0" anchor="t"/>
          <a:lstStyle/>
          <a:p>
            <a:pPr marL="0" indent="0" algn="ctr">
              <a:lnSpc>
                <a:spcPct val="100000"/>
              </a:lnSpc>
              <a:buNone/>
            </a:pPr>
            <a:r>
              <a:rPr lang="en-US" sz="1200" b="1" dirty="0">
                <a:solidFill>
                  <a:srgbClr val="161616"/>
                </a:solidFill>
                <a:latin typeface="IBM Plex Sans SmBld" pitchFamily="34" charset="0"/>
                <a:ea typeface="IBM Plex Sans SmBld" pitchFamily="34" charset="-122"/>
                <a:cs typeface="IBM Plex Sans SmBld" pitchFamily="34" charset="-120"/>
              </a:rPr>
              <a:t>Stock</a:t>
            </a:r>
            <a:endParaRPr lang="en-US" sz="1200" dirty="0"/>
          </a:p>
        </p:txBody>
      </p:sp>
      <p:sp>
        <p:nvSpPr>
          <p:cNvPr id="25" name="Text 18"/>
          <p:cNvSpPr/>
          <p:nvPr/>
        </p:nvSpPr>
        <p:spPr>
          <a:xfrm>
            <a:off x="5723961" y="5102352"/>
            <a:ext cx="1450787" cy="365760"/>
          </a:xfrm>
          <a:prstGeom prst="rect">
            <a:avLst/>
          </a:prstGeom>
          <a:noFill/>
          <a:ln/>
        </p:spPr>
        <p:txBody>
          <a:bodyPr wrap="square" lIns="0" tIns="0" rIns="0" bIns="0" rtlCol="0" anchor="t"/>
          <a:lstStyle/>
          <a:p>
            <a:pPr marL="0" indent="0" algn="ctr">
              <a:buNone/>
            </a:pPr>
            <a:r>
              <a:rPr lang="en-US" sz="1000" dirty="0">
                <a:solidFill>
                  <a:srgbClr val="525252"/>
                </a:solidFill>
                <a:latin typeface="IBM Plex Sans" pitchFamily="34" charset="0"/>
                <a:ea typeface="IBM Plex Sans" pitchFamily="34" charset="-122"/>
                <a:cs typeface="IBM Plex Sans" pitchFamily="34" charset="-120"/>
              </a:rPr>
              <a:t>lecture + écriture</a:t>
            </a:r>
            <a:endParaRPr lang="en-US" sz="1000" dirty="0"/>
          </a:p>
        </p:txBody>
      </p:sp>
      <p:sp>
        <p:nvSpPr>
          <p:cNvPr id="26" name="Shape 19"/>
          <p:cNvSpPr/>
          <p:nvPr/>
        </p:nvSpPr>
        <p:spPr>
          <a:xfrm>
            <a:off x="4724248" y="3200400"/>
            <a:ext cx="3450214" cy="548640"/>
          </a:xfrm>
          <a:prstGeom prst="line">
            <a:avLst/>
          </a:prstGeom>
          <a:noFill/>
          <a:ln w="12700">
            <a:solidFill>
              <a:srgbClr val="C6C6C6"/>
            </a:solidFill>
            <a:prstDash val="solid"/>
          </a:ln>
        </p:spPr>
        <p:txBody>
          <a:bodyPr/>
          <a:lstStyle/>
          <a:p>
            <a:endParaRPr lang="fr-FR"/>
          </a:p>
        </p:txBody>
      </p:sp>
      <p:sp>
        <p:nvSpPr>
          <p:cNvPr id="27" name="Shape 20"/>
          <p:cNvSpPr/>
          <p:nvPr/>
        </p:nvSpPr>
        <p:spPr>
          <a:xfrm>
            <a:off x="7785842" y="3817620"/>
            <a:ext cx="777240" cy="777240"/>
          </a:xfrm>
          <a:prstGeom prst="ellipse">
            <a:avLst/>
          </a:prstGeom>
          <a:ln w="12700">
            <a:solidFill>
              <a:srgbClr val="0F62FE"/>
            </a:solidFill>
            <a:prstDash val="solid"/>
          </a:ln>
        </p:spPr>
        <p:txBody>
          <a:bodyPr/>
          <a:lstStyle/>
          <a:p>
            <a:endParaRPr lang="fr-FR"/>
          </a:p>
        </p:txBody>
      </p:sp>
      <p:pic>
        <p:nvPicPr>
          <p:cNvPr id="28" name="Image 5" descr="assets/icons/message.png"/>
          <p:cNvPicPr>
            <a:picLocks noChangeAspect="1"/>
          </p:cNvPicPr>
          <p:nvPr/>
        </p:nvPicPr>
        <p:blipFill>
          <a:blip r:embed="rId8"/>
          <a:stretch>
            <a:fillRect/>
          </a:stretch>
        </p:blipFill>
        <p:spPr>
          <a:xfrm>
            <a:off x="7972379" y="4004158"/>
            <a:ext cx="404165" cy="404165"/>
          </a:xfrm>
          <a:prstGeom prst="rect">
            <a:avLst/>
          </a:prstGeom>
        </p:spPr>
      </p:pic>
      <p:sp>
        <p:nvSpPr>
          <p:cNvPr id="29" name="Text 21"/>
          <p:cNvSpPr/>
          <p:nvPr/>
        </p:nvSpPr>
        <p:spPr>
          <a:xfrm>
            <a:off x="7449068" y="4663440"/>
            <a:ext cx="1450787" cy="457200"/>
          </a:xfrm>
          <a:prstGeom prst="rect">
            <a:avLst/>
          </a:prstGeom>
          <a:noFill/>
          <a:ln/>
        </p:spPr>
        <p:txBody>
          <a:bodyPr wrap="square" lIns="0" tIns="0" rIns="0" bIns="0" rtlCol="0" anchor="t"/>
          <a:lstStyle/>
          <a:p>
            <a:pPr marL="0" indent="0" algn="ctr">
              <a:lnSpc>
                <a:spcPct val="100000"/>
              </a:lnSpc>
              <a:buNone/>
            </a:pPr>
            <a:r>
              <a:rPr lang="en-US" sz="1200" b="1" dirty="0">
                <a:solidFill>
                  <a:srgbClr val="161616"/>
                </a:solidFill>
                <a:latin typeface="IBM Plex Sans SmBld" pitchFamily="34" charset="0"/>
                <a:ea typeface="IBM Plex Sans SmBld" pitchFamily="34" charset="-122"/>
                <a:cs typeface="IBM Plex Sans SmBld" pitchFamily="34" charset="-120"/>
              </a:rPr>
              <a:t>Slack Notifier</a:t>
            </a:r>
            <a:endParaRPr lang="en-US" sz="1200" dirty="0"/>
          </a:p>
        </p:txBody>
      </p:sp>
      <p:sp>
        <p:nvSpPr>
          <p:cNvPr id="30" name="Text 22"/>
          <p:cNvSpPr/>
          <p:nvPr/>
        </p:nvSpPr>
        <p:spPr>
          <a:xfrm>
            <a:off x="7449068" y="5102352"/>
            <a:ext cx="1450787" cy="365760"/>
          </a:xfrm>
          <a:prstGeom prst="rect">
            <a:avLst/>
          </a:prstGeom>
          <a:noFill/>
          <a:ln/>
        </p:spPr>
        <p:txBody>
          <a:bodyPr wrap="square" lIns="0" tIns="0" rIns="0" bIns="0" rtlCol="0" anchor="t"/>
          <a:lstStyle/>
          <a:p>
            <a:pPr marL="0" indent="0" algn="ctr">
              <a:buNone/>
            </a:pPr>
            <a:r>
              <a:rPr lang="en-US" sz="1000" dirty="0">
                <a:solidFill>
                  <a:srgbClr val="525252"/>
                </a:solidFill>
                <a:latin typeface="IBM Plex Sans" pitchFamily="34" charset="0"/>
                <a:ea typeface="IBM Plex Sans" pitchFamily="34" charset="-122"/>
                <a:cs typeface="IBM Plex Sans" pitchFamily="34" charset="-120"/>
              </a:rPr>
              <a:t>sortie</a:t>
            </a:r>
            <a:endParaRPr lang="en-US" sz="1000" dirty="0"/>
          </a:p>
        </p:txBody>
      </p:sp>
      <p:pic>
        <p:nvPicPr>
          <p:cNvPr id="31" name="Image 6" descr="assets/icons/check.png"/>
          <p:cNvPicPr>
            <a:picLocks noChangeAspect="1"/>
          </p:cNvPicPr>
          <p:nvPr/>
        </p:nvPicPr>
        <p:blipFill>
          <a:blip r:embed="rId9"/>
          <a:stretch>
            <a:fillRect/>
          </a:stretch>
        </p:blipFill>
        <p:spPr>
          <a:xfrm>
            <a:off x="8991295" y="2011680"/>
            <a:ext cx="256032" cy="256032"/>
          </a:xfrm>
          <a:prstGeom prst="rect">
            <a:avLst/>
          </a:prstGeom>
        </p:spPr>
      </p:pic>
      <p:sp>
        <p:nvSpPr>
          <p:cNvPr id="32" name="Text 23"/>
          <p:cNvSpPr/>
          <p:nvPr/>
        </p:nvSpPr>
        <p:spPr>
          <a:xfrm>
            <a:off x="9375343" y="1965960"/>
            <a:ext cx="2606040" cy="685800"/>
          </a:xfrm>
          <a:prstGeom prst="rect">
            <a:avLst/>
          </a:prstGeom>
          <a:noFill/>
          <a:ln/>
        </p:spPr>
        <p:txBody>
          <a:bodyPr wrap="square" lIns="0" tIns="0" rIns="0" bIns="0" rtlCol="0" anchor="t"/>
          <a:lstStyle/>
          <a:p>
            <a:pPr marL="0" indent="0" algn="l">
              <a:lnSpc>
                <a:spcPct val="108000"/>
              </a:lnSpc>
              <a:buNone/>
            </a:pPr>
            <a:r>
              <a:rPr lang="en-US" sz="1250" dirty="0">
                <a:solidFill>
                  <a:srgbClr val="161616"/>
                </a:solidFill>
                <a:latin typeface="IBM Plex Sans" pitchFamily="34" charset="0"/>
                <a:ea typeface="IBM Plex Sans" pitchFamily="34" charset="-122"/>
                <a:cs typeface="IBM Plex Sans" pitchFamily="34" charset="-120"/>
              </a:rPr>
              <a:t>Un agent = une responsabilité métier</a:t>
            </a:r>
            <a:endParaRPr lang="en-US" sz="1250" dirty="0"/>
          </a:p>
        </p:txBody>
      </p:sp>
      <p:pic>
        <p:nvPicPr>
          <p:cNvPr id="33" name="Image 7" descr="assets/icons/check.png"/>
          <p:cNvPicPr>
            <a:picLocks noChangeAspect="1"/>
          </p:cNvPicPr>
          <p:nvPr/>
        </p:nvPicPr>
        <p:blipFill>
          <a:blip r:embed="rId9"/>
          <a:stretch>
            <a:fillRect/>
          </a:stretch>
        </p:blipFill>
        <p:spPr>
          <a:xfrm>
            <a:off x="8991295" y="2761488"/>
            <a:ext cx="256032" cy="256032"/>
          </a:xfrm>
          <a:prstGeom prst="rect">
            <a:avLst/>
          </a:prstGeom>
        </p:spPr>
      </p:pic>
      <p:sp>
        <p:nvSpPr>
          <p:cNvPr id="34" name="Text 24"/>
          <p:cNvSpPr/>
          <p:nvPr/>
        </p:nvSpPr>
        <p:spPr>
          <a:xfrm>
            <a:off x="9375343" y="2715768"/>
            <a:ext cx="2606040" cy="685800"/>
          </a:xfrm>
          <a:prstGeom prst="rect">
            <a:avLst/>
          </a:prstGeom>
          <a:noFill/>
          <a:ln/>
        </p:spPr>
        <p:txBody>
          <a:bodyPr wrap="square" lIns="0" tIns="0" rIns="0" bIns="0" rtlCol="0" anchor="t"/>
          <a:lstStyle/>
          <a:p>
            <a:pPr marL="0" indent="0" algn="l">
              <a:lnSpc>
                <a:spcPct val="108000"/>
              </a:lnSpc>
              <a:buNone/>
            </a:pPr>
            <a:r>
              <a:rPr lang="en-US" sz="1250" dirty="0">
                <a:solidFill>
                  <a:srgbClr val="161616"/>
                </a:solidFill>
                <a:latin typeface="IBM Plex Sans" pitchFamily="34" charset="0"/>
                <a:ea typeface="IBM Plex Sans" pitchFamily="34" charset="-122"/>
                <a:cs typeface="IBM Plex Sans" pitchFamily="34" charset="-120"/>
              </a:rPr>
              <a:t>Un agent = un système</a:t>
            </a:r>
            <a:endParaRPr lang="en-US" sz="1250" dirty="0"/>
          </a:p>
        </p:txBody>
      </p:sp>
      <p:pic>
        <p:nvPicPr>
          <p:cNvPr id="35" name="Image 8" descr="assets/icons/check.png"/>
          <p:cNvPicPr>
            <a:picLocks noChangeAspect="1"/>
          </p:cNvPicPr>
          <p:nvPr/>
        </p:nvPicPr>
        <p:blipFill>
          <a:blip r:embed="rId9"/>
          <a:stretch>
            <a:fillRect/>
          </a:stretch>
        </p:blipFill>
        <p:spPr>
          <a:xfrm>
            <a:off x="8991295" y="3511296"/>
            <a:ext cx="256032" cy="256032"/>
          </a:xfrm>
          <a:prstGeom prst="rect">
            <a:avLst/>
          </a:prstGeom>
        </p:spPr>
      </p:pic>
      <p:sp>
        <p:nvSpPr>
          <p:cNvPr id="36" name="Text 25"/>
          <p:cNvSpPr/>
          <p:nvPr/>
        </p:nvSpPr>
        <p:spPr>
          <a:xfrm>
            <a:off x="9375343" y="3465576"/>
            <a:ext cx="2606040" cy="685800"/>
          </a:xfrm>
          <a:prstGeom prst="rect">
            <a:avLst/>
          </a:prstGeom>
          <a:noFill/>
          <a:ln/>
        </p:spPr>
        <p:txBody>
          <a:bodyPr wrap="square" lIns="0" tIns="0" rIns="0" bIns="0" rtlCol="0" anchor="t"/>
          <a:lstStyle/>
          <a:p>
            <a:pPr marL="0" indent="0" algn="l">
              <a:lnSpc>
                <a:spcPct val="108000"/>
              </a:lnSpc>
              <a:buNone/>
            </a:pPr>
            <a:r>
              <a:rPr lang="en-US" sz="1250" dirty="0">
                <a:solidFill>
                  <a:srgbClr val="161616"/>
                </a:solidFill>
                <a:latin typeface="IBM Plex Sans" pitchFamily="34" charset="0"/>
                <a:ea typeface="IBM Plex Sans" pitchFamily="34" charset="-122"/>
                <a:cs typeface="IBM Plex Sans" pitchFamily="34" charset="-120"/>
              </a:rPr>
              <a:t>L'orchestrateur se contente de router</a:t>
            </a:r>
            <a:endParaRPr lang="en-US" sz="1250" dirty="0"/>
          </a:p>
        </p:txBody>
      </p:sp>
      <p:pic>
        <p:nvPicPr>
          <p:cNvPr id="37" name="Image 9" descr="assets/icons/check.png"/>
          <p:cNvPicPr>
            <a:picLocks noChangeAspect="1"/>
          </p:cNvPicPr>
          <p:nvPr/>
        </p:nvPicPr>
        <p:blipFill>
          <a:blip r:embed="rId9"/>
          <a:stretch>
            <a:fillRect/>
          </a:stretch>
        </p:blipFill>
        <p:spPr>
          <a:xfrm>
            <a:off x="8991295" y="4261104"/>
            <a:ext cx="256032" cy="256032"/>
          </a:xfrm>
          <a:prstGeom prst="rect">
            <a:avLst/>
          </a:prstGeom>
        </p:spPr>
      </p:pic>
      <p:sp>
        <p:nvSpPr>
          <p:cNvPr id="38" name="Text 26"/>
          <p:cNvSpPr/>
          <p:nvPr/>
        </p:nvSpPr>
        <p:spPr>
          <a:xfrm>
            <a:off x="9375343" y="4215384"/>
            <a:ext cx="2606040" cy="685800"/>
          </a:xfrm>
          <a:prstGeom prst="rect">
            <a:avLst/>
          </a:prstGeom>
          <a:noFill/>
          <a:ln/>
        </p:spPr>
        <p:txBody>
          <a:bodyPr wrap="square" lIns="0" tIns="0" rIns="0" bIns="0" rtlCol="0" anchor="t"/>
          <a:lstStyle/>
          <a:p>
            <a:pPr marL="0" indent="0" algn="l">
              <a:lnSpc>
                <a:spcPct val="108000"/>
              </a:lnSpc>
              <a:buNone/>
            </a:pPr>
            <a:r>
              <a:rPr lang="en-US" sz="1250" dirty="0">
                <a:solidFill>
                  <a:srgbClr val="161616"/>
                </a:solidFill>
                <a:latin typeface="IBM Plex Sans" pitchFamily="34" charset="0"/>
                <a:ea typeface="IBM Plex Sans" pitchFamily="34" charset="-122"/>
                <a:cs typeface="IBM Plex Sans" pitchFamily="34" charset="-120"/>
              </a:rPr>
              <a:t>Pour ajouter Teams ou SAP, on ajoute un agent</a:t>
            </a:r>
            <a:endParaRPr lang="en-US" sz="1250" dirty="0"/>
          </a:p>
        </p:txBody>
      </p:sp>
      <p:sp>
        <p:nvSpPr>
          <p:cNvPr id="39" name="Text 27"/>
          <p:cNvSpPr/>
          <p:nvPr/>
        </p:nvSpPr>
        <p:spPr>
          <a:xfrm>
            <a:off x="548640" y="6473952"/>
            <a:ext cx="4572000" cy="274320"/>
          </a:xfrm>
          <a:prstGeom prst="rect">
            <a:avLst/>
          </a:prstGeom>
          <a:noFill/>
          <a:ln/>
        </p:spPr>
        <p:txBody>
          <a:bodyPr wrap="square" lIns="0" tIns="0" rIns="0" bIns="0" rtlCol="0" anchor="ctr"/>
          <a:lstStyle/>
          <a:p>
            <a:pPr marL="0" indent="0" algn="l">
              <a:buNone/>
            </a:pPr>
            <a:r>
              <a:rPr lang="en-US" sz="800" dirty="0">
                <a:solidFill>
                  <a:srgbClr val="8D8D8D"/>
                </a:solidFill>
                <a:latin typeface="IBM Plex Sans" pitchFamily="34" charset="0"/>
                <a:ea typeface="IBM Plex Sans" pitchFamily="34" charset="-122"/>
                <a:cs typeface="IBM Plex Sans" pitchFamily="34" charset="-120"/>
              </a:rPr>
              <a:t>© 2026 IBM Corporation</a:t>
            </a:r>
            <a:endParaRPr lang="en-US" sz="800" dirty="0"/>
          </a:p>
        </p:txBody>
      </p:sp>
      <p:sp>
        <p:nvSpPr>
          <p:cNvPr id="40" name="Text 28"/>
          <p:cNvSpPr/>
          <p:nvPr/>
        </p:nvSpPr>
        <p:spPr>
          <a:xfrm>
            <a:off x="11551615" y="6473952"/>
            <a:ext cx="365760" cy="274320"/>
          </a:xfrm>
          <a:prstGeom prst="rect">
            <a:avLst/>
          </a:prstGeom>
          <a:noFill/>
          <a:ln/>
        </p:spPr>
        <p:txBody>
          <a:bodyPr wrap="square" lIns="0" tIns="0" rIns="0" bIns="0" rtlCol="0" anchor="ctr"/>
          <a:lstStyle/>
          <a:p>
            <a:pPr marL="0" indent="0" algn="r">
              <a:buNone/>
            </a:pPr>
            <a:r>
              <a:rPr lang="en-US" sz="900" dirty="0">
                <a:solidFill>
                  <a:srgbClr val="8D8D8D"/>
                </a:solidFill>
                <a:latin typeface="IBM Plex Sans" pitchFamily="34" charset="0"/>
                <a:ea typeface="IBM Plex Sans" pitchFamily="34" charset="-122"/>
                <a:cs typeface="IBM Plex Sans"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1094415" cy="1005840"/>
          </a:xfrm>
          <a:prstGeom prst="rect">
            <a:avLst/>
          </a:prstGeom>
          <a:noFill/>
          <a:ln/>
        </p:spPr>
        <p:txBody>
          <a:bodyPr wrap="square" lIns="0" tIns="0" rIns="0" bIns="0" rtlCol="0" anchor="t"/>
          <a:lstStyle/>
          <a:p>
            <a:pPr marL="0" indent="0" algn="l">
              <a:lnSpc>
                <a:spcPct val="102000"/>
              </a:lnSpc>
              <a:buNone/>
            </a:pPr>
            <a:r>
              <a:rPr lang="en-US" sz="3200" dirty="0">
                <a:solidFill>
                  <a:srgbClr val="161616"/>
                </a:solidFill>
                <a:latin typeface="IBM Plex Sans Light" pitchFamily="34" charset="0"/>
                <a:ea typeface="IBM Plex Sans Light" pitchFamily="34" charset="-122"/>
                <a:cs typeface="IBM Plex Sans Light" pitchFamily="34" charset="-120"/>
              </a:rPr>
              <a:t>Avant toute écriture, </a:t>
            </a:r>
            <a:r>
              <a:rPr lang="en-US" sz="3200" dirty="0">
                <a:solidFill>
                  <a:srgbClr val="0F62FE"/>
                </a:solidFill>
                <a:latin typeface="IBM Plex Sans Light" pitchFamily="34" charset="0"/>
                <a:ea typeface="IBM Plex Sans Light" pitchFamily="34" charset="-122"/>
                <a:cs typeface="IBM Plex Sans Light" pitchFamily="34" charset="-120"/>
              </a:rPr>
              <a:t>l'utilisateur valide</a:t>
            </a:r>
            <a:endParaRPr lang="en-US" sz="3200" dirty="0"/>
          </a:p>
        </p:txBody>
      </p:sp>
      <p:sp>
        <p:nvSpPr>
          <p:cNvPr id="3" name="Shape 1"/>
          <p:cNvSpPr/>
          <p:nvPr/>
        </p:nvSpPr>
        <p:spPr>
          <a:xfrm>
            <a:off x="548640" y="1965960"/>
            <a:ext cx="640080" cy="640080"/>
          </a:xfrm>
          <a:prstGeom prst="ellipse">
            <a:avLst/>
          </a:prstGeom>
          <a:ln w="12700">
            <a:solidFill>
              <a:srgbClr val="8D8D8D"/>
            </a:solidFill>
            <a:prstDash val="solid"/>
          </a:ln>
        </p:spPr>
        <p:txBody>
          <a:bodyPr/>
          <a:lstStyle/>
          <a:p>
            <a:endParaRPr lang="fr-FR"/>
          </a:p>
        </p:txBody>
      </p:sp>
      <p:pic>
        <p:nvPicPr>
          <p:cNvPr id="4" name="Image 0" descr="assets/icons/user.png"/>
          <p:cNvPicPr>
            <a:picLocks noChangeAspect="1"/>
          </p:cNvPicPr>
          <p:nvPr/>
        </p:nvPicPr>
        <p:blipFill>
          <a:blip r:embed="rId3"/>
          <a:stretch>
            <a:fillRect/>
          </a:stretch>
        </p:blipFill>
        <p:spPr>
          <a:xfrm>
            <a:off x="702259" y="2119579"/>
            <a:ext cx="332842" cy="332842"/>
          </a:xfrm>
          <a:prstGeom prst="rect">
            <a:avLst/>
          </a:prstGeom>
        </p:spPr>
      </p:pic>
      <p:sp>
        <p:nvSpPr>
          <p:cNvPr id="5" name="Text 2"/>
          <p:cNvSpPr/>
          <p:nvPr/>
        </p:nvSpPr>
        <p:spPr>
          <a:xfrm>
            <a:off x="1417320" y="1920240"/>
            <a:ext cx="5989320" cy="868680"/>
          </a:xfrm>
          <a:prstGeom prst="rect">
            <a:avLst/>
          </a:prstGeom>
          <a:noFill/>
          <a:ln/>
        </p:spPr>
        <p:txBody>
          <a:bodyPr wrap="square" lIns="0" tIns="0" rIns="0" bIns="0" rtlCol="0" anchor="t"/>
          <a:lstStyle/>
          <a:p>
            <a:pPr marL="0" indent="0" algn="l">
              <a:lnSpc>
                <a:spcPct val="108000"/>
              </a:lnSpc>
              <a:buNone/>
            </a:pPr>
            <a:r>
              <a:rPr lang="en-US" sz="1300" b="1" dirty="0">
                <a:solidFill>
                  <a:srgbClr val="161616"/>
                </a:solidFill>
                <a:latin typeface="IBM Plex Sans" pitchFamily="34" charset="0"/>
                <a:ea typeface="IBM Plex Sans" pitchFamily="34" charset="-122"/>
                <a:cs typeface="IBM Plex Sans" pitchFamily="34" charset="-120"/>
              </a:rPr>
              <a:t>Le manager demande   </a:t>
            </a:r>
            <a:endParaRPr lang="en-US" sz="1300" dirty="0"/>
          </a:p>
          <a:p>
            <a:pPr marL="0" indent="0" algn="l">
              <a:lnSpc>
                <a:spcPct val="108000"/>
              </a:lnSpc>
              <a:buNone/>
            </a:pPr>
            <a:r>
              <a:rPr lang="en-US" sz="1250" dirty="0">
                <a:solidFill>
                  <a:srgbClr val="525252"/>
                </a:solidFill>
                <a:latin typeface="IBM Plex Sans" pitchFamily="34" charset="0"/>
                <a:ea typeface="IBM Plex Sans" pitchFamily="34" charset="-122"/>
                <a:cs typeface="IBM Plex Sans" pitchFamily="34" charset="-120"/>
              </a:rPr>
              <a:t>« Crée la commande pour la référence DRV-100-AS. »</a:t>
            </a:r>
            <a:endParaRPr lang="en-US" sz="1300" dirty="0"/>
          </a:p>
        </p:txBody>
      </p:sp>
      <p:sp>
        <p:nvSpPr>
          <p:cNvPr id="6" name="Shape 3"/>
          <p:cNvSpPr/>
          <p:nvPr/>
        </p:nvSpPr>
        <p:spPr>
          <a:xfrm>
            <a:off x="868680" y="2624328"/>
            <a:ext cx="0" cy="301752"/>
          </a:xfrm>
          <a:prstGeom prst="line">
            <a:avLst/>
          </a:prstGeom>
          <a:noFill/>
          <a:ln w="12700">
            <a:solidFill>
              <a:srgbClr val="C6C6C6"/>
            </a:solidFill>
            <a:prstDash val="solid"/>
          </a:ln>
        </p:spPr>
        <p:txBody>
          <a:bodyPr/>
          <a:lstStyle/>
          <a:p>
            <a:endParaRPr lang="fr-FR"/>
          </a:p>
        </p:txBody>
      </p:sp>
      <p:sp>
        <p:nvSpPr>
          <p:cNvPr id="7" name="Shape 4"/>
          <p:cNvSpPr/>
          <p:nvPr/>
        </p:nvSpPr>
        <p:spPr>
          <a:xfrm>
            <a:off x="548640" y="2926080"/>
            <a:ext cx="640080" cy="640080"/>
          </a:xfrm>
          <a:prstGeom prst="ellipse">
            <a:avLst/>
          </a:prstGeom>
          <a:ln w="12700">
            <a:solidFill>
              <a:srgbClr val="0F62FE"/>
            </a:solidFill>
            <a:prstDash val="solid"/>
          </a:ln>
        </p:spPr>
        <p:txBody>
          <a:bodyPr/>
          <a:lstStyle/>
          <a:p>
            <a:endParaRPr lang="fr-FR"/>
          </a:p>
        </p:txBody>
      </p:sp>
      <p:pic>
        <p:nvPicPr>
          <p:cNvPr id="8" name="Image 1" descr="assets/icons/cpu.png"/>
          <p:cNvPicPr>
            <a:picLocks noChangeAspect="1"/>
          </p:cNvPicPr>
          <p:nvPr/>
        </p:nvPicPr>
        <p:blipFill>
          <a:blip r:embed="rId4"/>
          <a:stretch>
            <a:fillRect/>
          </a:stretch>
        </p:blipFill>
        <p:spPr>
          <a:xfrm>
            <a:off x="702259" y="3079699"/>
            <a:ext cx="332842" cy="332842"/>
          </a:xfrm>
          <a:prstGeom prst="rect">
            <a:avLst/>
          </a:prstGeom>
        </p:spPr>
      </p:pic>
      <p:sp>
        <p:nvSpPr>
          <p:cNvPr id="9" name="Text 5"/>
          <p:cNvSpPr/>
          <p:nvPr/>
        </p:nvSpPr>
        <p:spPr>
          <a:xfrm>
            <a:off x="1417320" y="2880360"/>
            <a:ext cx="5989320" cy="868680"/>
          </a:xfrm>
          <a:prstGeom prst="rect">
            <a:avLst/>
          </a:prstGeom>
          <a:noFill/>
          <a:ln/>
        </p:spPr>
        <p:txBody>
          <a:bodyPr wrap="square" lIns="0" tIns="0" rIns="0" bIns="0" rtlCol="0" anchor="t"/>
          <a:lstStyle/>
          <a:p>
            <a:pPr marL="0" indent="0" algn="l">
              <a:lnSpc>
                <a:spcPct val="108000"/>
              </a:lnSpc>
              <a:buNone/>
            </a:pPr>
            <a:r>
              <a:rPr lang="en-US" sz="1300" b="1" dirty="0">
                <a:solidFill>
                  <a:srgbClr val="0043CE"/>
                </a:solidFill>
                <a:latin typeface="IBM Plex Sans" pitchFamily="34" charset="0"/>
                <a:ea typeface="IBM Plex Sans" pitchFamily="34" charset="-122"/>
                <a:cs typeface="IBM Plex Sans" pitchFamily="34" charset="-120"/>
              </a:rPr>
              <a:t>L'agent propose   </a:t>
            </a:r>
            <a:endParaRPr lang="en-US" sz="1300" dirty="0"/>
          </a:p>
          <a:p>
            <a:pPr marL="0" indent="0" algn="l">
              <a:lnSpc>
                <a:spcPct val="108000"/>
              </a:lnSpc>
              <a:buNone/>
            </a:pPr>
            <a:r>
              <a:rPr lang="en-US" sz="1250" dirty="0">
                <a:solidFill>
                  <a:srgbClr val="525252"/>
                </a:solidFill>
                <a:latin typeface="IBM Plex Sans" pitchFamily="34" charset="0"/>
                <a:ea typeface="IBM Plex Sans" pitchFamily="34" charset="-122"/>
                <a:cs typeface="IBM Plex Sans" pitchFamily="34" charset="-120"/>
              </a:rPr>
              <a:t>Référence, quantité, fournisseur, 245 € au total, livraison le 15 juin — puis : « Je confirme ? »</a:t>
            </a:r>
            <a:endParaRPr lang="en-US" sz="1300" dirty="0"/>
          </a:p>
        </p:txBody>
      </p:sp>
      <p:sp>
        <p:nvSpPr>
          <p:cNvPr id="10" name="Shape 6"/>
          <p:cNvSpPr/>
          <p:nvPr/>
        </p:nvSpPr>
        <p:spPr>
          <a:xfrm>
            <a:off x="868680" y="3584448"/>
            <a:ext cx="0" cy="301752"/>
          </a:xfrm>
          <a:prstGeom prst="line">
            <a:avLst/>
          </a:prstGeom>
          <a:noFill/>
          <a:ln w="12700">
            <a:solidFill>
              <a:srgbClr val="C6C6C6"/>
            </a:solidFill>
            <a:prstDash val="solid"/>
          </a:ln>
        </p:spPr>
        <p:txBody>
          <a:bodyPr/>
          <a:lstStyle/>
          <a:p>
            <a:endParaRPr lang="fr-FR"/>
          </a:p>
        </p:txBody>
      </p:sp>
      <p:sp>
        <p:nvSpPr>
          <p:cNvPr id="11" name="Shape 7"/>
          <p:cNvSpPr/>
          <p:nvPr/>
        </p:nvSpPr>
        <p:spPr>
          <a:xfrm>
            <a:off x="548640" y="3886200"/>
            <a:ext cx="640080" cy="640080"/>
          </a:xfrm>
          <a:prstGeom prst="ellipse">
            <a:avLst/>
          </a:prstGeom>
          <a:ln w="12700">
            <a:solidFill>
              <a:srgbClr val="8D8D8D"/>
            </a:solidFill>
            <a:prstDash val="solid"/>
          </a:ln>
        </p:spPr>
        <p:txBody>
          <a:bodyPr/>
          <a:lstStyle/>
          <a:p>
            <a:endParaRPr lang="fr-FR"/>
          </a:p>
        </p:txBody>
      </p:sp>
      <p:pic>
        <p:nvPicPr>
          <p:cNvPr id="12" name="Image 2" descr="assets/icons/check.png"/>
          <p:cNvPicPr>
            <a:picLocks noChangeAspect="1"/>
          </p:cNvPicPr>
          <p:nvPr/>
        </p:nvPicPr>
        <p:blipFill>
          <a:blip r:embed="rId5"/>
          <a:stretch>
            <a:fillRect/>
          </a:stretch>
        </p:blipFill>
        <p:spPr>
          <a:xfrm>
            <a:off x="702259" y="4039819"/>
            <a:ext cx="332842" cy="332842"/>
          </a:xfrm>
          <a:prstGeom prst="rect">
            <a:avLst/>
          </a:prstGeom>
        </p:spPr>
      </p:pic>
      <p:sp>
        <p:nvSpPr>
          <p:cNvPr id="13" name="Text 8"/>
          <p:cNvSpPr/>
          <p:nvPr/>
        </p:nvSpPr>
        <p:spPr>
          <a:xfrm>
            <a:off x="1417320" y="3840480"/>
            <a:ext cx="5989320" cy="868680"/>
          </a:xfrm>
          <a:prstGeom prst="rect">
            <a:avLst/>
          </a:prstGeom>
          <a:noFill/>
          <a:ln/>
        </p:spPr>
        <p:txBody>
          <a:bodyPr wrap="square" lIns="0" tIns="0" rIns="0" bIns="0" rtlCol="0" anchor="t"/>
          <a:lstStyle/>
          <a:p>
            <a:pPr marL="0" indent="0" algn="l">
              <a:lnSpc>
                <a:spcPct val="108000"/>
              </a:lnSpc>
              <a:buNone/>
            </a:pPr>
            <a:r>
              <a:rPr lang="en-US" sz="1300" b="1" dirty="0">
                <a:solidFill>
                  <a:srgbClr val="161616"/>
                </a:solidFill>
                <a:latin typeface="IBM Plex Sans" pitchFamily="34" charset="0"/>
                <a:ea typeface="IBM Plex Sans" pitchFamily="34" charset="-122"/>
                <a:cs typeface="IBM Plex Sans" pitchFamily="34" charset="-120"/>
              </a:rPr>
              <a:t>Le manager confirme   </a:t>
            </a:r>
            <a:endParaRPr lang="en-US" sz="1300" dirty="0"/>
          </a:p>
          <a:p>
            <a:pPr marL="0" indent="0" algn="l">
              <a:lnSpc>
                <a:spcPct val="108000"/>
              </a:lnSpc>
              <a:buNone/>
            </a:pPr>
            <a:r>
              <a:rPr lang="en-US" sz="1250" dirty="0">
                <a:solidFill>
                  <a:srgbClr val="525252"/>
                </a:solidFill>
                <a:latin typeface="IBM Plex Sans" pitchFamily="34" charset="0"/>
                <a:ea typeface="IBM Plex Sans" pitchFamily="34" charset="-122"/>
                <a:cs typeface="IBM Plex Sans" pitchFamily="34" charset="-120"/>
              </a:rPr>
              <a:t>« Oui. »</a:t>
            </a:r>
            <a:endParaRPr lang="en-US" sz="1300" dirty="0"/>
          </a:p>
        </p:txBody>
      </p:sp>
      <p:sp>
        <p:nvSpPr>
          <p:cNvPr id="14" name="Shape 9"/>
          <p:cNvSpPr/>
          <p:nvPr/>
        </p:nvSpPr>
        <p:spPr>
          <a:xfrm>
            <a:off x="868680" y="4544568"/>
            <a:ext cx="0" cy="301752"/>
          </a:xfrm>
          <a:prstGeom prst="line">
            <a:avLst/>
          </a:prstGeom>
          <a:noFill/>
          <a:ln w="12700">
            <a:solidFill>
              <a:srgbClr val="C6C6C6"/>
            </a:solidFill>
            <a:prstDash val="solid"/>
          </a:ln>
        </p:spPr>
        <p:txBody>
          <a:bodyPr/>
          <a:lstStyle/>
          <a:p>
            <a:endParaRPr lang="fr-FR"/>
          </a:p>
        </p:txBody>
      </p:sp>
      <p:sp>
        <p:nvSpPr>
          <p:cNvPr id="15" name="Shape 10"/>
          <p:cNvSpPr/>
          <p:nvPr/>
        </p:nvSpPr>
        <p:spPr>
          <a:xfrm>
            <a:off x="548640" y="4846320"/>
            <a:ext cx="640080" cy="640080"/>
          </a:xfrm>
          <a:prstGeom prst="ellipse">
            <a:avLst/>
          </a:prstGeom>
          <a:ln w="12700">
            <a:solidFill>
              <a:srgbClr val="198038"/>
            </a:solidFill>
            <a:prstDash val="solid"/>
          </a:ln>
        </p:spPr>
        <p:txBody>
          <a:bodyPr/>
          <a:lstStyle/>
          <a:p>
            <a:endParaRPr lang="fr-FR"/>
          </a:p>
        </p:txBody>
      </p:sp>
      <p:pic>
        <p:nvPicPr>
          <p:cNvPr id="16" name="Image 3" descr="assets/icons/checksq.png"/>
          <p:cNvPicPr>
            <a:picLocks noChangeAspect="1"/>
          </p:cNvPicPr>
          <p:nvPr/>
        </p:nvPicPr>
        <p:blipFill>
          <a:blip r:embed="rId6"/>
          <a:stretch>
            <a:fillRect/>
          </a:stretch>
        </p:blipFill>
        <p:spPr>
          <a:xfrm>
            <a:off x="702259" y="4999939"/>
            <a:ext cx="332842" cy="332842"/>
          </a:xfrm>
          <a:prstGeom prst="rect">
            <a:avLst/>
          </a:prstGeom>
        </p:spPr>
      </p:pic>
      <p:sp>
        <p:nvSpPr>
          <p:cNvPr id="17" name="Text 11"/>
          <p:cNvSpPr/>
          <p:nvPr/>
        </p:nvSpPr>
        <p:spPr>
          <a:xfrm>
            <a:off x="1417320" y="4800600"/>
            <a:ext cx="5989320" cy="868680"/>
          </a:xfrm>
          <a:prstGeom prst="rect">
            <a:avLst/>
          </a:prstGeom>
          <a:noFill/>
          <a:ln/>
        </p:spPr>
        <p:txBody>
          <a:bodyPr wrap="square" lIns="0" tIns="0" rIns="0" bIns="0" rtlCol="0" anchor="t"/>
          <a:lstStyle/>
          <a:p>
            <a:pPr marL="0" indent="0" algn="l">
              <a:lnSpc>
                <a:spcPct val="108000"/>
              </a:lnSpc>
              <a:buNone/>
            </a:pPr>
            <a:r>
              <a:rPr lang="en-US" sz="1300" b="1" dirty="0">
                <a:solidFill>
                  <a:srgbClr val="198038"/>
                </a:solidFill>
                <a:latin typeface="IBM Plex Sans" pitchFamily="34" charset="0"/>
                <a:ea typeface="IBM Plex Sans" pitchFamily="34" charset="-122"/>
                <a:cs typeface="IBM Plex Sans" pitchFamily="34" charset="-120"/>
              </a:rPr>
              <a:t>L'agent exécute   </a:t>
            </a:r>
            <a:endParaRPr lang="en-US" sz="1300" dirty="0"/>
          </a:p>
          <a:p>
            <a:pPr marL="0" indent="0" algn="l">
              <a:lnSpc>
                <a:spcPct val="108000"/>
              </a:lnSpc>
              <a:buNone/>
            </a:pPr>
            <a:r>
              <a:rPr lang="en-US" sz="1250" dirty="0">
                <a:solidFill>
                  <a:srgbClr val="525252"/>
                </a:solidFill>
                <a:latin typeface="IBM Plex Sans" pitchFamily="34" charset="0"/>
                <a:ea typeface="IBM Plex Sans" pitchFamily="34" charset="-122"/>
                <a:cs typeface="IBM Plex Sans" pitchFamily="34" charset="-120"/>
              </a:rPr>
              <a:t>La commande est écrite dans le système, et seulement maintenant.</a:t>
            </a:r>
            <a:endParaRPr lang="en-US" sz="1300" dirty="0"/>
          </a:p>
        </p:txBody>
      </p:sp>
      <p:sp>
        <p:nvSpPr>
          <p:cNvPr id="18" name="Shape 12"/>
          <p:cNvSpPr/>
          <p:nvPr/>
        </p:nvSpPr>
        <p:spPr>
          <a:xfrm>
            <a:off x="7863840" y="2011680"/>
            <a:ext cx="914400" cy="914400"/>
          </a:xfrm>
          <a:prstGeom prst="ellipse">
            <a:avLst/>
          </a:prstGeom>
          <a:ln w="12700">
            <a:solidFill>
              <a:srgbClr val="0F62FE"/>
            </a:solidFill>
            <a:prstDash val="solid"/>
          </a:ln>
        </p:spPr>
        <p:txBody>
          <a:bodyPr/>
          <a:lstStyle/>
          <a:p>
            <a:endParaRPr lang="fr-FR"/>
          </a:p>
        </p:txBody>
      </p:sp>
      <p:pic>
        <p:nvPicPr>
          <p:cNvPr id="19" name="Image 4" descr="assets/icons/shield.png"/>
          <p:cNvPicPr>
            <a:picLocks noChangeAspect="1"/>
          </p:cNvPicPr>
          <p:nvPr/>
        </p:nvPicPr>
        <p:blipFill>
          <a:blip r:embed="rId7"/>
          <a:stretch>
            <a:fillRect/>
          </a:stretch>
        </p:blipFill>
        <p:spPr>
          <a:xfrm>
            <a:off x="8083296" y="2231136"/>
            <a:ext cx="475488" cy="475488"/>
          </a:xfrm>
          <a:prstGeom prst="rect">
            <a:avLst/>
          </a:prstGeom>
        </p:spPr>
      </p:pic>
      <p:sp>
        <p:nvSpPr>
          <p:cNvPr id="20" name="Text 13"/>
          <p:cNvSpPr/>
          <p:nvPr/>
        </p:nvSpPr>
        <p:spPr>
          <a:xfrm>
            <a:off x="7818120" y="3200400"/>
            <a:ext cx="3824935" cy="1280160"/>
          </a:xfrm>
          <a:prstGeom prst="rect">
            <a:avLst/>
          </a:prstGeom>
          <a:noFill/>
          <a:ln/>
        </p:spPr>
        <p:txBody>
          <a:bodyPr wrap="square" lIns="0" tIns="0" rIns="0" bIns="0" rtlCol="0" anchor="t"/>
          <a:lstStyle/>
          <a:p>
            <a:pPr marL="0" indent="0" algn="l">
              <a:lnSpc>
                <a:spcPct val="105000"/>
              </a:lnSpc>
              <a:buNone/>
            </a:pPr>
            <a:r>
              <a:rPr lang="en-US" sz="2200" dirty="0">
                <a:solidFill>
                  <a:srgbClr val="161616"/>
                </a:solidFill>
                <a:latin typeface="IBM Plex Sans Light" pitchFamily="34" charset="0"/>
                <a:ea typeface="IBM Plex Sans Light" pitchFamily="34" charset="-122"/>
                <a:cs typeface="IBM Plex Sans Light" pitchFamily="34" charset="-120"/>
              </a:rPr>
              <a:t>Rien ne s'écrit dans un système métier sans un accord explicite.</a:t>
            </a:r>
            <a:endParaRPr lang="en-US" sz="2200" dirty="0"/>
          </a:p>
        </p:txBody>
      </p:sp>
      <p:sp>
        <p:nvSpPr>
          <p:cNvPr id="21" name="Text 14"/>
          <p:cNvSpPr/>
          <p:nvPr/>
        </p:nvSpPr>
        <p:spPr>
          <a:xfrm>
            <a:off x="7818120" y="4709160"/>
            <a:ext cx="3824935" cy="1097280"/>
          </a:xfrm>
          <a:prstGeom prst="rect">
            <a:avLst/>
          </a:prstGeom>
          <a:noFill/>
          <a:ln/>
        </p:spPr>
        <p:txBody>
          <a:bodyPr wrap="square" lIns="0" tIns="0" rIns="0" bIns="0" rtlCol="0" anchor="t"/>
          <a:lstStyle/>
          <a:p>
            <a:pPr marL="0" indent="0" algn="l">
              <a:lnSpc>
                <a:spcPct val="125000"/>
              </a:lnSpc>
              <a:buNone/>
            </a:pPr>
            <a:r>
              <a:rPr lang="en-US" sz="1300" dirty="0">
                <a:solidFill>
                  <a:srgbClr val="525252"/>
                </a:solidFill>
                <a:latin typeface="IBM Plex Sans" pitchFamily="34" charset="0"/>
                <a:ea typeface="IBM Plex Sans" pitchFamily="34" charset="-122"/>
                <a:cs typeface="IBM Plex Sans" pitchFamily="34" charset="-120"/>
              </a:rPr>
              <a:t>Ce contrôle est intégré au fonctionnement des agents, ce n'est pas une option ajoutée après coup.</a:t>
            </a:r>
            <a:endParaRPr lang="en-US" sz="1300" dirty="0"/>
          </a:p>
        </p:txBody>
      </p:sp>
      <p:sp>
        <p:nvSpPr>
          <p:cNvPr id="22" name="Text 15"/>
          <p:cNvSpPr/>
          <p:nvPr/>
        </p:nvSpPr>
        <p:spPr>
          <a:xfrm>
            <a:off x="548640" y="6473952"/>
            <a:ext cx="4572000" cy="274320"/>
          </a:xfrm>
          <a:prstGeom prst="rect">
            <a:avLst/>
          </a:prstGeom>
          <a:noFill/>
          <a:ln/>
        </p:spPr>
        <p:txBody>
          <a:bodyPr wrap="square" lIns="0" tIns="0" rIns="0" bIns="0" rtlCol="0" anchor="ctr"/>
          <a:lstStyle/>
          <a:p>
            <a:pPr marL="0" indent="0" algn="l">
              <a:buNone/>
            </a:pPr>
            <a:r>
              <a:rPr lang="en-US" sz="800" dirty="0">
                <a:solidFill>
                  <a:srgbClr val="8D8D8D"/>
                </a:solidFill>
                <a:latin typeface="IBM Plex Sans" pitchFamily="34" charset="0"/>
                <a:ea typeface="IBM Plex Sans" pitchFamily="34" charset="-122"/>
                <a:cs typeface="IBM Plex Sans" pitchFamily="34" charset="-120"/>
              </a:rPr>
              <a:t>© 2026 IBM Corporation</a:t>
            </a:r>
            <a:endParaRPr lang="en-US" sz="800" dirty="0"/>
          </a:p>
        </p:txBody>
      </p:sp>
      <p:sp>
        <p:nvSpPr>
          <p:cNvPr id="23" name="Text 16"/>
          <p:cNvSpPr/>
          <p:nvPr/>
        </p:nvSpPr>
        <p:spPr>
          <a:xfrm>
            <a:off x="11551615" y="6473952"/>
            <a:ext cx="365760" cy="274320"/>
          </a:xfrm>
          <a:prstGeom prst="rect">
            <a:avLst/>
          </a:prstGeom>
          <a:noFill/>
          <a:ln/>
        </p:spPr>
        <p:txBody>
          <a:bodyPr wrap="square" lIns="0" tIns="0" rIns="0" bIns="0" rtlCol="0" anchor="ctr"/>
          <a:lstStyle/>
          <a:p>
            <a:pPr marL="0" indent="0" algn="r">
              <a:buNone/>
            </a:pPr>
            <a:r>
              <a:rPr lang="en-US" sz="900" dirty="0">
                <a:solidFill>
                  <a:srgbClr val="8D8D8D"/>
                </a:solidFill>
                <a:latin typeface="IBM Plex Sans" pitchFamily="34" charset="0"/>
                <a:ea typeface="IBM Plex Sans" pitchFamily="34" charset="-122"/>
                <a:cs typeface="IBM Plex Sans"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1094415" cy="1005840"/>
          </a:xfrm>
          <a:prstGeom prst="rect">
            <a:avLst/>
          </a:prstGeom>
          <a:noFill/>
          <a:ln/>
        </p:spPr>
        <p:txBody>
          <a:bodyPr wrap="square" lIns="0" tIns="0" rIns="0" bIns="0" rtlCol="0" anchor="t"/>
          <a:lstStyle/>
          <a:p>
            <a:pPr marL="0" indent="0" algn="l">
              <a:lnSpc>
                <a:spcPct val="102000"/>
              </a:lnSpc>
              <a:buNone/>
            </a:pPr>
            <a:r>
              <a:rPr lang="en-US" sz="3000" dirty="0">
                <a:solidFill>
                  <a:srgbClr val="161616"/>
                </a:solidFill>
                <a:latin typeface="IBM Plex Sans Light" pitchFamily="34" charset="0"/>
                <a:ea typeface="IBM Plex Sans Light" pitchFamily="34" charset="-122"/>
                <a:cs typeface="IBM Plex Sans Light" pitchFamily="34" charset="-120"/>
              </a:rPr>
              <a:t>Une mise à jour peut en </a:t>
            </a:r>
            <a:r>
              <a:rPr lang="en-US" sz="3000" dirty="0">
                <a:solidFill>
                  <a:srgbClr val="0F62FE"/>
                </a:solidFill>
                <a:latin typeface="IBM Plex Sans Light" pitchFamily="34" charset="0"/>
                <a:ea typeface="IBM Plex Sans Light" pitchFamily="34" charset="-122"/>
                <a:cs typeface="IBM Plex Sans Light" pitchFamily="34" charset="-120"/>
              </a:rPr>
              <a:t>déclencher une autre</a:t>
            </a:r>
            <a:r>
              <a:rPr lang="en-US" sz="3000" dirty="0">
                <a:solidFill>
                  <a:srgbClr val="161616"/>
                </a:solidFill>
                <a:latin typeface="IBM Plex Sans Light" pitchFamily="34" charset="0"/>
                <a:ea typeface="IBM Plex Sans Light" pitchFamily="34" charset="-122"/>
                <a:cs typeface="IBM Plex Sans Light" pitchFamily="34" charset="-120"/>
              </a:rPr>
              <a:t>, proprement</a:t>
            </a:r>
            <a:endParaRPr lang="en-US" sz="3000" dirty="0"/>
          </a:p>
        </p:txBody>
      </p:sp>
      <p:sp>
        <p:nvSpPr>
          <p:cNvPr id="3" name="Shape 1"/>
          <p:cNvSpPr/>
          <p:nvPr/>
        </p:nvSpPr>
        <p:spPr>
          <a:xfrm>
            <a:off x="1346797" y="2080260"/>
            <a:ext cx="868680" cy="868680"/>
          </a:xfrm>
          <a:prstGeom prst="ellipse">
            <a:avLst/>
          </a:prstGeom>
          <a:ln w="12700">
            <a:solidFill>
              <a:srgbClr val="525252"/>
            </a:solidFill>
            <a:prstDash val="solid"/>
          </a:ln>
        </p:spPr>
        <p:txBody>
          <a:bodyPr/>
          <a:lstStyle/>
          <a:p>
            <a:endParaRPr lang="fr-FR"/>
          </a:p>
        </p:txBody>
      </p:sp>
      <p:pic>
        <p:nvPicPr>
          <p:cNvPr id="4" name="Image 0" descr="assets/icons/clipboard.png"/>
          <p:cNvPicPr>
            <a:picLocks noChangeAspect="1"/>
          </p:cNvPicPr>
          <p:nvPr/>
        </p:nvPicPr>
        <p:blipFill>
          <a:blip r:embed="rId3"/>
          <a:stretch>
            <a:fillRect/>
          </a:stretch>
        </p:blipFill>
        <p:spPr>
          <a:xfrm>
            <a:off x="1555280" y="2288743"/>
            <a:ext cx="451714" cy="451714"/>
          </a:xfrm>
          <a:prstGeom prst="rect">
            <a:avLst/>
          </a:prstGeom>
        </p:spPr>
      </p:pic>
      <p:sp>
        <p:nvSpPr>
          <p:cNvPr id="5" name="Text 2"/>
          <p:cNvSpPr/>
          <p:nvPr/>
        </p:nvSpPr>
        <p:spPr>
          <a:xfrm>
            <a:off x="548640" y="3063240"/>
            <a:ext cx="2464994" cy="365760"/>
          </a:xfrm>
          <a:prstGeom prst="rect">
            <a:avLst/>
          </a:prstGeom>
          <a:noFill/>
          <a:ln/>
        </p:spPr>
        <p:txBody>
          <a:bodyPr wrap="square" lIns="0" tIns="0" rIns="0" bIns="0" rtlCol="0" anchor="t"/>
          <a:lstStyle/>
          <a:p>
            <a:pPr marL="0" indent="0" algn="ctr">
              <a:buNone/>
            </a:pPr>
            <a:r>
              <a:rPr lang="en-US" sz="1350" b="1" dirty="0">
                <a:solidFill>
                  <a:srgbClr val="161616"/>
                </a:solidFill>
                <a:latin typeface="IBM Plex Sans SmBld" pitchFamily="34" charset="0"/>
                <a:ea typeface="IBM Plex Sans SmBld" pitchFamily="34" charset="-122"/>
                <a:cs typeface="IBM Plex Sans SmBld" pitchFamily="34" charset="-120"/>
              </a:rPr>
              <a:t>ServiceNow</a:t>
            </a:r>
            <a:endParaRPr lang="en-US" sz="1350" dirty="0"/>
          </a:p>
        </p:txBody>
      </p:sp>
      <p:sp>
        <p:nvSpPr>
          <p:cNvPr id="6" name="Text 3"/>
          <p:cNvSpPr/>
          <p:nvPr/>
        </p:nvSpPr>
        <p:spPr>
          <a:xfrm>
            <a:off x="548640" y="3474720"/>
            <a:ext cx="2464994" cy="1371600"/>
          </a:xfrm>
          <a:prstGeom prst="rect">
            <a:avLst/>
          </a:prstGeom>
          <a:noFill/>
          <a:ln/>
        </p:spPr>
        <p:txBody>
          <a:bodyPr wrap="square" lIns="0" tIns="0" rIns="0" bIns="0" rtlCol="0" anchor="t"/>
          <a:lstStyle/>
          <a:p>
            <a:pPr marL="0" indent="0" algn="ctr">
              <a:lnSpc>
                <a:spcPct val="120000"/>
              </a:lnSpc>
              <a:buNone/>
            </a:pPr>
            <a:r>
              <a:rPr lang="en-US" sz="1200" dirty="0">
                <a:solidFill>
                  <a:srgbClr val="525252"/>
                </a:solidFill>
                <a:latin typeface="IBM Plex Sans" pitchFamily="34" charset="0"/>
                <a:ea typeface="IBM Plex Sans" pitchFamily="34" charset="-122"/>
                <a:cs typeface="IBM Plex Sans" pitchFamily="34" charset="-120"/>
              </a:rPr>
              <a:t>met à jour l'incident et signale, dans sa réponse, l'action à enchaîner</a:t>
            </a:r>
            <a:endParaRPr lang="en-US" sz="1200" dirty="0"/>
          </a:p>
        </p:txBody>
      </p:sp>
      <p:sp>
        <p:nvSpPr>
          <p:cNvPr id="7" name="Shape 4"/>
          <p:cNvSpPr/>
          <p:nvPr/>
        </p:nvSpPr>
        <p:spPr>
          <a:xfrm>
            <a:off x="3068498" y="2514600"/>
            <a:ext cx="301752" cy="0"/>
          </a:xfrm>
          <a:prstGeom prst="line">
            <a:avLst/>
          </a:prstGeom>
          <a:noFill/>
          <a:ln w="12700">
            <a:solidFill>
              <a:srgbClr val="C6C6C6"/>
            </a:solidFill>
            <a:prstDash val="solid"/>
            <a:tailEnd type="triangle"/>
          </a:ln>
        </p:spPr>
        <p:txBody>
          <a:bodyPr/>
          <a:lstStyle/>
          <a:p>
            <a:endParaRPr lang="fr-FR"/>
          </a:p>
        </p:txBody>
      </p:sp>
      <p:sp>
        <p:nvSpPr>
          <p:cNvPr id="8" name="Shape 5"/>
          <p:cNvSpPr/>
          <p:nvPr/>
        </p:nvSpPr>
        <p:spPr>
          <a:xfrm>
            <a:off x="4223271" y="2080260"/>
            <a:ext cx="868680" cy="868680"/>
          </a:xfrm>
          <a:prstGeom prst="ellipse">
            <a:avLst/>
          </a:prstGeom>
          <a:ln w="12700">
            <a:solidFill>
              <a:srgbClr val="0F62FE"/>
            </a:solidFill>
            <a:prstDash val="solid"/>
          </a:ln>
        </p:spPr>
        <p:txBody>
          <a:bodyPr/>
          <a:lstStyle/>
          <a:p>
            <a:endParaRPr lang="fr-FR"/>
          </a:p>
        </p:txBody>
      </p:sp>
      <p:pic>
        <p:nvPicPr>
          <p:cNvPr id="9" name="Image 1" descr="assets/icons/cpu.png"/>
          <p:cNvPicPr>
            <a:picLocks noChangeAspect="1"/>
          </p:cNvPicPr>
          <p:nvPr/>
        </p:nvPicPr>
        <p:blipFill>
          <a:blip r:embed="rId4"/>
          <a:stretch>
            <a:fillRect/>
          </a:stretch>
        </p:blipFill>
        <p:spPr>
          <a:xfrm>
            <a:off x="4431754" y="2288743"/>
            <a:ext cx="451714" cy="451714"/>
          </a:xfrm>
          <a:prstGeom prst="rect">
            <a:avLst/>
          </a:prstGeom>
        </p:spPr>
      </p:pic>
      <p:sp>
        <p:nvSpPr>
          <p:cNvPr id="10" name="Text 6"/>
          <p:cNvSpPr/>
          <p:nvPr/>
        </p:nvSpPr>
        <p:spPr>
          <a:xfrm>
            <a:off x="3425114" y="3063240"/>
            <a:ext cx="2464994" cy="365760"/>
          </a:xfrm>
          <a:prstGeom prst="rect">
            <a:avLst/>
          </a:prstGeom>
          <a:noFill/>
          <a:ln/>
        </p:spPr>
        <p:txBody>
          <a:bodyPr wrap="square" lIns="0" tIns="0" rIns="0" bIns="0" rtlCol="0" anchor="t"/>
          <a:lstStyle/>
          <a:p>
            <a:pPr marL="0" indent="0" algn="ctr">
              <a:buNone/>
            </a:pPr>
            <a:r>
              <a:rPr lang="en-US" sz="1350" b="1" dirty="0">
                <a:solidFill>
                  <a:srgbClr val="0F62FE"/>
                </a:solidFill>
                <a:latin typeface="IBM Plex Sans SmBld" pitchFamily="34" charset="0"/>
                <a:ea typeface="IBM Plex Sans SmBld" pitchFamily="34" charset="-122"/>
                <a:cs typeface="IBM Plex Sans SmBld" pitchFamily="34" charset="-120"/>
              </a:rPr>
              <a:t>Orchestrateur</a:t>
            </a:r>
            <a:endParaRPr lang="en-US" sz="1350" dirty="0"/>
          </a:p>
        </p:txBody>
      </p:sp>
      <p:sp>
        <p:nvSpPr>
          <p:cNvPr id="11" name="Text 7"/>
          <p:cNvSpPr/>
          <p:nvPr/>
        </p:nvSpPr>
        <p:spPr>
          <a:xfrm>
            <a:off x="3425114" y="3474720"/>
            <a:ext cx="2464994" cy="1371600"/>
          </a:xfrm>
          <a:prstGeom prst="rect">
            <a:avLst/>
          </a:prstGeom>
          <a:noFill/>
          <a:ln/>
        </p:spPr>
        <p:txBody>
          <a:bodyPr wrap="square" lIns="0" tIns="0" rIns="0" bIns="0" rtlCol="0" anchor="t"/>
          <a:lstStyle/>
          <a:p>
            <a:pPr marL="0" indent="0" algn="ctr">
              <a:lnSpc>
                <a:spcPct val="120000"/>
              </a:lnSpc>
              <a:buNone/>
            </a:pPr>
            <a:r>
              <a:rPr lang="en-US" sz="1200" dirty="0">
                <a:solidFill>
                  <a:srgbClr val="525252"/>
                </a:solidFill>
                <a:latin typeface="IBM Plex Sans" pitchFamily="34" charset="0"/>
                <a:ea typeface="IBM Plex Sans" pitchFamily="34" charset="-122"/>
                <a:cs typeface="IBM Plex Sans" pitchFamily="34" charset="-120"/>
              </a:rPr>
              <a:t>lit ce signal et déclenche la suite, sans rien demander de plus</a:t>
            </a:r>
            <a:endParaRPr lang="en-US" sz="1200" dirty="0"/>
          </a:p>
        </p:txBody>
      </p:sp>
      <p:sp>
        <p:nvSpPr>
          <p:cNvPr id="12" name="Shape 8"/>
          <p:cNvSpPr/>
          <p:nvPr/>
        </p:nvSpPr>
        <p:spPr>
          <a:xfrm>
            <a:off x="5944972" y="2514600"/>
            <a:ext cx="301752" cy="0"/>
          </a:xfrm>
          <a:prstGeom prst="line">
            <a:avLst/>
          </a:prstGeom>
          <a:noFill/>
          <a:ln w="12700">
            <a:solidFill>
              <a:srgbClr val="C6C6C6"/>
            </a:solidFill>
            <a:prstDash val="solid"/>
            <a:tailEnd type="triangle"/>
          </a:ln>
        </p:spPr>
        <p:txBody>
          <a:bodyPr/>
          <a:lstStyle/>
          <a:p>
            <a:endParaRPr lang="fr-FR"/>
          </a:p>
        </p:txBody>
      </p:sp>
      <p:sp>
        <p:nvSpPr>
          <p:cNvPr id="13" name="Shape 9"/>
          <p:cNvSpPr/>
          <p:nvPr/>
        </p:nvSpPr>
        <p:spPr>
          <a:xfrm>
            <a:off x="7099745" y="2080260"/>
            <a:ext cx="868680" cy="868680"/>
          </a:xfrm>
          <a:prstGeom prst="ellipse">
            <a:avLst/>
          </a:prstGeom>
          <a:ln w="12700">
            <a:solidFill>
              <a:srgbClr val="525252"/>
            </a:solidFill>
            <a:prstDash val="solid"/>
          </a:ln>
        </p:spPr>
        <p:txBody>
          <a:bodyPr/>
          <a:lstStyle/>
          <a:p>
            <a:endParaRPr lang="fr-FR"/>
          </a:p>
        </p:txBody>
      </p:sp>
      <p:pic>
        <p:nvPicPr>
          <p:cNvPr id="14" name="Image 2" descr="assets/icons/send.png"/>
          <p:cNvPicPr>
            <a:picLocks noChangeAspect="1"/>
          </p:cNvPicPr>
          <p:nvPr/>
        </p:nvPicPr>
        <p:blipFill>
          <a:blip r:embed="rId5"/>
          <a:stretch>
            <a:fillRect/>
          </a:stretch>
        </p:blipFill>
        <p:spPr>
          <a:xfrm>
            <a:off x="7308228" y="2288743"/>
            <a:ext cx="451714" cy="451714"/>
          </a:xfrm>
          <a:prstGeom prst="rect">
            <a:avLst/>
          </a:prstGeom>
        </p:spPr>
      </p:pic>
      <p:sp>
        <p:nvSpPr>
          <p:cNvPr id="15" name="Text 10"/>
          <p:cNvSpPr/>
          <p:nvPr/>
        </p:nvSpPr>
        <p:spPr>
          <a:xfrm>
            <a:off x="6301588" y="3063240"/>
            <a:ext cx="2464994" cy="365760"/>
          </a:xfrm>
          <a:prstGeom prst="rect">
            <a:avLst/>
          </a:prstGeom>
          <a:noFill/>
          <a:ln/>
        </p:spPr>
        <p:txBody>
          <a:bodyPr wrap="square" lIns="0" tIns="0" rIns="0" bIns="0" rtlCol="0" anchor="t"/>
          <a:lstStyle/>
          <a:p>
            <a:pPr marL="0" indent="0" algn="ctr">
              <a:buNone/>
            </a:pPr>
            <a:r>
              <a:rPr lang="en-US" sz="1350" b="1" dirty="0">
                <a:solidFill>
                  <a:srgbClr val="161616"/>
                </a:solidFill>
                <a:latin typeface="IBM Plex Sans SmBld" pitchFamily="34" charset="0"/>
                <a:ea typeface="IBM Plex Sans SmBld" pitchFamily="34" charset="-122"/>
                <a:cs typeface="IBM Plex Sans SmBld" pitchFamily="34" charset="-120"/>
              </a:rPr>
              <a:t>Slack Notifier</a:t>
            </a:r>
            <a:endParaRPr lang="en-US" sz="1350" dirty="0"/>
          </a:p>
        </p:txBody>
      </p:sp>
      <p:sp>
        <p:nvSpPr>
          <p:cNvPr id="16" name="Text 11"/>
          <p:cNvSpPr/>
          <p:nvPr/>
        </p:nvSpPr>
        <p:spPr>
          <a:xfrm>
            <a:off x="6301588" y="3474720"/>
            <a:ext cx="2464994" cy="1371600"/>
          </a:xfrm>
          <a:prstGeom prst="rect">
            <a:avLst/>
          </a:prstGeom>
          <a:noFill/>
          <a:ln/>
        </p:spPr>
        <p:txBody>
          <a:bodyPr wrap="square" lIns="0" tIns="0" rIns="0" bIns="0" rtlCol="0" anchor="t"/>
          <a:lstStyle/>
          <a:p>
            <a:pPr marL="0" indent="0" algn="ctr">
              <a:lnSpc>
                <a:spcPct val="120000"/>
              </a:lnSpc>
              <a:buNone/>
            </a:pPr>
            <a:r>
              <a:rPr lang="en-US" sz="1200" dirty="0">
                <a:solidFill>
                  <a:srgbClr val="525252"/>
                </a:solidFill>
                <a:latin typeface="IBM Plex Sans" pitchFamily="34" charset="0"/>
                <a:ea typeface="IBM Plex Sans" pitchFamily="34" charset="-122"/>
                <a:cs typeface="IBM Plex Sans" pitchFamily="34" charset="-120"/>
              </a:rPr>
              <a:t>publie le récapitulatif de l'incident</a:t>
            </a:r>
            <a:endParaRPr lang="en-US" sz="1200" dirty="0"/>
          </a:p>
        </p:txBody>
      </p:sp>
      <p:sp>
        <p:nvSpPr>
          <p:cNvPr id="17" name="Shape 12"/>
          <p:cNvSpPr/>
          <p:nvPr/>
        </p:nvSpPr>
        <p:spPr>
          <a:xfrm>
            <a:off x="8821445" y="2514600"/>
            <a:ext cx="301752" cy="0"/>
          </a:xfrm>
          <a:prstGeom prst="line">
            <a:avLst/>
          </a:prstGeom>
          <a:noFill/>
          <a:ln w="12700">
            <a:solidFill>
              <a:srgbClr val="C6C6C6"/>
            </a:solidFill>
            <a:prstDash val="solid"/>
            <a:tailEnd type="triangle"/>
          </a:ln>
        </p:spPr>
        <p:txBody>
          <a:bodyPr/>
          <a:lstStyle/>
          <a:p>
            <a:endParaRPr lang="fr-FR"/>
          </a:p>
        </p:txBody>
      </p:sp>
      <p:sp>
        <p:nvSpPr>
          <p:cNvPr id="18" name="Shape 13"/>
          <p:cNvSpPr/>
          <p:nvPr/>
        </p:nvSpPr>
        <p:spPr>
          <a:xfrm>
            <a:off x="9976218" y="2080260"/>
            <a:ext cx="868680" cy="868680"/>
          </a:xfrm>
          <a:prstGeom prst="ellipse">
            <a:avLst/>
          </a:prstGeom>
          <a:ln w="12700">
            <a:solidFill>
              <a:srgbClr val="525252"/>
            </a:solidFill>
            <a:prstDash val="solid"/>
          </a:ln>
        </p:spPr>
        <p:txBody>
          <a:bodyPr/>
          <a:lstStyle/>
          <a:p>
            <a:endParaRPr lang="fr-FR"/>
          </a:p>
        </p:txBody>
      </p:sp>
      <p:pic>
        <p:nvPicPr>
          <p:cNvPr id="19" name="Image 3" descr="assets/icons/message.png"/>
          <p:cNvPicPr>
            <a:picLocks noChangeAspect="1"/>
          </p:cNvPicPr>
          <p:nvPr/>
        </p:nvPicPr>
        <p:blipFill>
          <a:blip r:embed="rId6"/>
          <a:stretch>
            <a:fillRect/>
          </a:stretch>
        </p:blipFill>
        <p:spPr>
          <a:xfrm>
            <a:off x="10184702" y="2288743"/>
            <a:ext cx="451714" cy="451714"/>
          </a:xfrm>
          <a:prstGeom prst="rect">
            <a:avLst/>
          </a:prstGeom>
        </p:spPr>
      </p:pic>
      <p:sp>
        <p:nvSpPr>
          <p:cNvPr id="20" name="Text 14"/>
          <p:cNvSpPr/>
          <p:nvPr/>
        </p:nvSpPr>
        <p:spPr>
          <a:xfrm>
            <a:off x="9178061" y="3063240"/>
            <a:ext cx="2464994" cy="365760"/>
          </a:xfrm>
          <a:prstGeom prst="rect">
            <a:avLst/>
          </a:prstGeom>
          <a:noFill/>
          <a:ln/>
        </p:spPr>
        <p:txBody>
          <a:bodyPr wrap="square" lIns="0" tIns="0" rIns="0" bIns="0" rtlCol="0" anchor="t"/>
          <a:lstStyle/>
          <a:p>
            <a:pPr marL="0" indent="0" algn="ctr">
              <a:buNone/>
            </a:pPr>
            <a:r>
              <a:rPr lang="en-US" sz="1350" b="1" dirty="0">
                <a:solidFill>
                  <a:srgbClr val="161616"/>
                </a:solidFill>
                <a:latin typeface="IBM Plex Sans SmBld" pitchFamily="34" charset="0"/>
                <a:ea typeface="IBM Plex Sans SmBld" pitchFamily="34" charset="-122"/>
                <a:cs typeface="IBM Plex Sans SmBld" pitchFamily="34" charset="-120"/>
              </a:rPr>
              <a:t>Canal maintenance</a:t>
            </a:r>
            <a:endParaRPr lang="en-US" sz="1350" dirty="0"/>
          </a:p>
        </p:txBody>
      </p:sp>
      <p:sp>
        <p:nvSpPr>
          <p:cNvPr id="21" name="Text 15"/>
          <p:cNvSpPr/>
          <p:nvPr/>
        </p:nvSpPr>
        <p:spPr>
          <a:xfrm>
            <a:off x="9178061" y="3474720"/>
            <a:ext cx="2464994" cy="1371600"/>
          </a:xfrm>
          <a:prstGeom prst="rect">
            <a:avLst/>
          </a:prstGeom>
          <a:noFill/>
          <a:ln/>
        </p:spPr>
        <p:txBody>
          <a:bodyPr wrap="square" lIns="0" tIns="0" rIns="0" bIns="0" rtlCol="0" anchor="t"/>
          <a:lstStyle/>
          <a:p>
            <a:pPr marL="0" indent="0" algn="ctr">
              <a:lnSpc>
                <a:spcPct val="120000"/>
              </a:lnSpc>
              <a:buNone/>
            </a:pPr>
            <a:r>
              <a:rPr lang="en-US" sz="1200" dirty="0">
                <a:solidFill>
                  <a:srgbClr val="525252"/>
                </a:solidFill>
                <a:latin typeface="IBM Plex Sans" pitchFamily="34" charset="0"/>
                <a:ea typeface="IBM Plex Sans" pitchFamily="34" charset="-122"/>
                <a:cs typeface="IBM Plex Sans" pitchFamily="34" charset="-120"/>
              </a:rPr>
              <a:t>l'équipe terrain est informée, automatiquement</a:t>
            </a:r>
            <a:endParaRPr lang="en-US" sz="1200" dirty="0"/>
          </a:p>
        </p:txBody>
      </p:sp>
      <p:sp>
        <p:nvSpPr>
          <p:cNvPr id="22" name="Text 16"/>
          <p:cNvSpPr/>
          <p:nvPr/>
        </p:nvSpPr>
        <p:spPr>
          <a:xfrm>
            <a:off x="548640" y="5074920"/>
            <a:ext cx="11094415" cy="731520"/>
          </a:xfrm>
          <a:prstGeom prst="rect">
            <a:avLst/>
          </a:prstGeom>
          <a:noFill/>
          <a:ln/>
        </p:spPr>
        <p:txBody>
          <a:bodyPr wrap="square" lIns="0" tIns="0" rIns="0" bIns="0" rtlCol="0" anchor="t"/>
          <a:lstStyle/>
          <a:p>
            <a:pPr marL="0" indent="0" algn="ctr">
              <a:lnSpc>
                <a:spcPct val="125000"/>
              </a:lnSpc>
              <a:buNone/>
            </a:pPr>
            <a:r>
              <a:rPr lang="en-US" sz="1500" dirty="0">
                <a:solidFill>
                  <a:srgbClr val="525252"/>
                </a:solidFill>
                <a:latin typeface="IBM Plex Sans" pitchFamily="34" charset="0"/>
                <a:ea typeface="IBM Plex Sans" pitchFamily="34" charset="-122"/>
                <a:cs typeface="IBM Plex Sans" pitchFamily="34" charset="-120"/>
              </a:rPr>
              <a:t>Chaque système annonce lui-même ce qui doit suivre. L'orchestrateur applique, et chaque agent reste cantonné à son périmètre.</a:t>
            </a:r>
            <a:endParaRPr lang="en-US" sz="1500" dirty="0"/>
          </a:p>
        </p:txBody>
      </p:sp>
      <p:sp>
        <p:nvSpPr>
          <p:cNvPr id="23" name="Text 17"/>
          <p:cNvSpPr/>
          <p:nvPr/>
        </p:nvSpPr>
        <p:spPr>
          <a:xfrm>
            <a:off x="548640" y="6473952"/>
            <a:ext cx="4572000" cy="274320"/>
          </a:xfrm>
          <a:prstGeom prst="rect">
            <a:avLst/>
          </a:prstGeom>
          <a:noFill/>
          <a:ln/>
        </p:spPr>
        <p:txBody>
          <a:bodyPr wrap="square" lIns="0" tIns="0" rIns="0" bIns="0" rtlCol="0" anchor="ctr"/>
          <a:lstStyle/>
          <a:p>
            <a:pPr marL="0" indent="0" algn="l">
              <a:buNone/>
            </a:pPr>
            <a:r>
              <a:rPr lang="en-US" sz="800" dirty="0">
                <a:solidFill>
                  <a:srgbClr val="8D8D8D"/>
                </a:solidFill>
                <a:latin typeface="IBM Plex Sans" pitchFamily="34" charset="0"/>
                <a:ea typeface="IBM Plex Sans" pitchFamily="34" charset="-122"/>
                <a:cs typeface="IBM Plex Sans" pitchFamily="34" charset="-120"/>
              </a:rPr>
              <a:t>© 2026 IBM Corporation</a:t>
            </a:r>
            <a:endParaRPr lang="en-US" sz="800" dirty="0"/>
          </a:p>
        </p:txBody>
      </p:sp>
      <p:sp>
        <p:nvSpPr>
          <p:cNvPr id="24" name="Text 18"/>
          <p:cNvSpPr/>
          <p:nvPr/>
        </p:nvSpPr>
        <p:spPr>
          <a:xfrm>
            <a:off x="11551615" y="6473952"/>
            <a:ext cx="365760" cy="274320"/>
          </a:xfrm>
          <a:prstGeom prst="rect">
            <a:avLst/>
          </a:prstGeom>
          <a:noFill/>
          <a:ln/>
        </p:spPr>
        <p:txBody>
          <a:bodyPr wrap="square" lIns="0" tIns="0" rIns="0" bIns="0" rtlCol="0" anchor="ctr"/>
          <a:lstStyle/>
          <a:p>
            <a:pPr marL="0" indent="0" algn="r">
              <a:buNone/>
            </a:pPr>
            <a:r>
              <a:rPr lang="en-US" sz="900" dirty="0">
                <a:solidFill>
                  <a:srgbClr val="8D8D8D"/>
                </a:solidFill>
                <a:latin typeface="IBM Plex Sans" pitchFamily="34" charset="0"/>
                <a:ea typeface="IBM Plex Sans" pitchFamily="34" charset="-122"/>
                <a:cs typeface="IBM Plex Sans"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pic>
        <p:nvPicPr>
          <p:cNvPr id="2" name="Image 0" descr="assets/pattern_band.png"/>
          <p:cNvPicPr>
            <a:picLocks noChangeAspect="1"/>
          </p:cNvPicPr>
          <p:nvPr/>
        </p:nvPicPr>
        <p:blipFill>
          <a:blip r:embed="rId3"/>
          <a:srcRect/>
          <a:stretch/>
        </p:blipFill>
        <p:spPr>
          <a:xfrm>
            <a:off x="10362895" y="0"/>
            <a:ext cx="1828800" cy="6858000"/>
          </a:xfrm>
          <a:prstGeom prst="rect">
            <a:avLst/>
          </a:prstGeom>
        </p:spPr>
      </p:pic>
      <p:sp>
        <p:nvSpPr>
          <p:cNvPr id="3" name="Text 0"/>
          <p:cNvSpPr/>
          <p:nvPr/>
        </p:nvSpPr>
        <p:spPr>
          <a:xfrm>
            <a:off x="548640" y="0"/>
            <a:ext cx="9448495" cy="6858000"/>
          </a:xfrm>
          <a:prstGeom prst="rect">
            <a:avLst/>
          </a:prstGeom>
          <a:noFill/>
          <a:ln/>
        </p:spPr>
        <p:txBody>
          <a:bodyPr wrap="square" lIns="0" tIns="0" rIns="0" bIns="0" rtlCol="0" anchor="ctr"/>
          <a:lstStyle/>
          <a:p>
            <a:pPr marL="0" indent="0" algn="l">
              <a:lnSpc>
                <a:spcPct val="100000"/>
              </a:lnSpc>
              <a:buNone/>
            </a:pPr>
            <a:r>
              <a:rPr lang="en-US" sz="2400" dirty="0">
                <a:solidFill>
                  <a:srgbClr val="525252"/>
                </a:solidFill>
                <a:latin typeface="IBM Plex Sans Light" pitchFamily="34" charset="0"/>
                <a:ea typeface="IBM Plex Sans Light" pitchFamily="34" charset="-122"/>
                <a:cs typeface="IBM Plex Sans Light" pitchFamily="34" charset="-120"/>
              </a:rPr>
              <a:t>Partie 3
</a:t>
            </a:r>
            <a:r>
              <a:rPr lang="en-US" sz="5800" dirty="0">
                <a:solidFill>
                  <a:srgbClr val="161616"/>
                </a:solidFill>
                <a:latin typeface="IBM Plex Sans Light" pitchFamily="34" charset="0"/>
                <a:ea typeface="IBM Plex Sans Light" pitchFamily="34" charset="-122"/>
                <a:cs typeface="IBM Plex Sans Light" pitchFamily="34" charset="-120"/>
              </a:rPr>
              <a:t>La valeur</a:t>
            </a:r>
            <a:endParaRPr lang="en-US" sz="5800" dirty="0"/>
          </a:p>
        </p:txBody>
      </p:sp>
      <p:sp>
        <p:nvSpPr>
          <p:cNvPr id="4" name="Text 1"/>
          <p:cNvSpPr/>
          <p:nvPr/>
        </p:nvSpPr>
        <p:spPr>
          <a:xfrm>
            <a:off x="548640" y="6473952"/>
            <a:ext cx="4572000" cy="274320"/>
          </a:xfrm>
          <a:prstGeom prst="rect">
            <a:avLst/>
          </a:prstGeom>
          <a:noFill/>
          <a:ln/>
        </p:spPr>
        <p:txBody>
          <a:bodyPr wrap="square" lIns="0" tIns="0" rIns="0" bIns="0" rtlCol="0" anchor="ctr"/>
          <a:lstStyle/>
          <a:p>
            <a:pPr marL="0" indent="0" algn="l">
              <a:buNone/>
            </a:pPr>
            <a:r>
              <a:rPr lang="en-US" sz="800" dirty="0">
                <a:solidFill>
                  <a:srgbClr val="8D8D8D"/>
                </a:solidFill>
                <a:latin typeface="IBM Plex Sans" pitchFamily="34" charset="0"/>
                <a:ea typeface="IBM Plex Sans" pitchFamily="34" charset="-122"/>
                <a:cs typeface="IBM Plex Sans" pitchFamily="34" charset="-120"/>
              </a:rPr>
              <a:t>© 2026 IBM Corporation</a:t>
            </a:r>
            <a:endParaRPr lang="en-US" sz="800" dirty="0"/>
          </a:p>
        </p:txBody>
      </p:sp>
      <p:sp>
        <p:nvSpPr>
          <p:cNvPr id="5" name="Text 2"/>
          <p:cNvSpPr/>
          <p:nvPr/>
        </p:nvSpPr>
        <p:spPr>
          <a:xfrm>
            <a:off x="9905695" y="6473952"/>
            <a:ext cx="365760" cy="274320"/>
          </a:xfrm>
          <a:prstGeom prst="rect">
            <a:avLst/>
          </a:prstGeom>
          <a:noFill/>
          <a:ln/>
        </p:spPr>
        <p:txBody>
          <a:bodyPr wrap="square" lIns="0" tIns="0" rIns="0" bIns="0" rtlCol="0" anchor="ctr"/>
          <a:lstStyle/>
          <a:p>
            <a:pPr marL="0" indent="0" algn="r">
              <a:buNone/>
            </a:pPr>
            <a:r>
              <a:rPr lang="en-US" sz="900" dirty="0">
                <a:solidFill>
                  <a:srgbClr val="8D8D8D"/>
                </a:solidFill>
                <a:latin typeface="IBM Plex Sans" pitchFamily="34" charset="0"/>
                <a:ea typeface="IBM Plex Sans" pitchFamily="34" charset="-122"/>
                <a:cs typeface="IBM Plex Sans"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1094415" cy="1005840"/>
          </a:xfrm>
          <a:prstGeom prst="rect">
            <a:avLst/>
          </a:prstGeom>
          <a:noFill/>
          <a:ln/>
        </p:spPr>
        <p:txBody>
          <a:bodyPr wrap="square" lIns="0" tIns="0" rIns="0" bIns="0" rtlCol="0" anchor="t"/>
          <a:lstStyle/>
          <a:p>
            <a:pPr marL="0" indent="0" algn="l">
              <a:lnSpc>
                <a:spcPct val="102000"/>
              </a:lnSpc>
              <a:buNone/>
            </a:pPr>
            <a:r>
              <a:rPr lang="en-US" sz="3200" dirty="0">
                <a:solidFill>
                  <a:srgbClr val="161616"/>
                </a:solidFill>
                <a:latin typeface="IBM Plex Sans Light" pitchFamily="34" charset="0"/>
                <a:ea typeface="IBM Plex Sans Light" pitchFamily="34" charset="-122"/>
                <a:cs typeface="IBM Plex Sans Light" pitchFamily="34" charset="-120"/>
              </a:rPr>
              <a:t>Ce que ça change, concrètement</a:t>
            </a:r>
            <a:endParaRPr lang="en-US" sz="3200" dirty="0"/>
          </a:p>
        </p:txBody>
      </p:sp>
      <p:sp>
        <p:nvSpPr>
          <p:cNvPr id="3" name="Text 1"/>
          <p:cNvSpPr/>
          <p:nvPr/>
        </p:nvSpPr>
        <p:spPr>
          <a:xfrm>
            <a:off x="548640" y="1201286"/>
            <a:ext cx="4297680" cy="365760"/>
          </a:xfrm>
          <a:prstGeom prst="rect">
            <a:avLst/>
          </a:prstGeom>
          <a:noFill/>
          <a:ln/>
        </p:spPr>
        <p:txBody>
          <a:bodyPr wrap="square" rtlCol="0" anchor="ctr"/>
          <a:lstStyle/>
          <a:p>
            <a:pPr marL="0" indent="0">
              <a:buNone/>
            </a:pPr>
            <a:endParaRPr lang="en-US" dirty="0"/>
          </a:p>
        </p:txBody>
      </p:sp>
      <p:sp>
        <p:nvSpPr>
          <p:cNvPr id="4" name="Text 2"/>
          <p:cNvSpPr/>
          <p:nvPr/>
        </p:nvSpPr>
        <p:spPr>
          <a:xfrm>
            <a:off x="4846320" y="1201286"/>
            <a:ext cx="1828800" cy="365760"/>
          </a:xfrm>
          <a:prstGeom prst="rect">
            <a:avLst/>
          </a:prstGeom>
          <a:noFill/>
          <a:ln/>
        </p:spPr>
        <p:txBody>
          <a:bodyPr wrap="square" lIns="0" tIns="0" rIns="0" bIns="0" rtlCol="0" anchor="ctr"/>
          <a:lstStyle/>
          <a:p>
            <a:pPr marL="0" indent="0" algn="l">
              <a:buNone/>
            </a:pPr>
            <a:r>
              <a:rPr lang="en-US" sz="1200" b="1" dirty="0">
                <a:solidFill>
                  <a:srgbClr val="525252"/>
                </a:solidFill>
                <a:latin typeface="IBM Plex Sans SmBld" pitchFamily="34" charset="0"/>
                <a:ea typeface="IBM Plex Sans SmBld" pitchFamily="34" charset="-122"/>
                <a:cs typeface="IBM Plex Sans SmBld" pitchFamily="34" charset="-120"/>
              </a:rPr>
              <a:t>Aujourd'hui</a:t>
            </a:r>
            <a:endParaRPr lang="en-US" sz="1200" dirty="0"/>
          </a:p>
        </p:txBody>
      </p:sp>
      <p:sp>
        <p:nvSpPr>
          <p:cNvPr id="5" name="Text 3"/>
          <p:cNvSpPr/>
          <p:nvPr/>
        </p:nvSpPr>
        <p:spPr>
          <a:xfrm>
            <a:off x="6675120" y="1201286"/>
            <a:ext cx="2743200" cy="365760"/>
          </a:xfrm>
          <a:prstGeom prst="rect">
            <a:avLst/>
          </a:prstGeom>
          <a:noFill/>
          <a:ln/>
        </p:spPr>
        <p:txBody>
          <a:bodyPr wrap="square" lIns="0" tIns="0" rIns="0" bIns="0" rtlCol="0" anchor="ctr"/>
          <a:lstStyle/>
          <a:p>
            <a:pPr marL="0" indent="0" algn="l">
              <a:buNone/>
            </a:pPr>
            <a:r>
              <a:rPr lang="en-US" sz="1200" b="1" dirty="0">
                <a:solidFill>
                  <a:srgbClr val="0F62FE"/>
                </a:solidFill>
                <a:latin typeface="IBM Plex Sans SmBld" pitchFamily="34" charset="0"/>
                <a:ea typeface="IBM Plex Sans SmBld" pitchFamily="34" charset="-122"/>
                <a:cs typeface="IBM Plex Sans SmBld" pitchFamily="34" charset="-120"/>
              </a:rPr>
              <a:t>Avec Maximo + watsonx Orchestrate</a:t>
            </a:r>
            <a:endParaRPr lang="en-US" sz="1200" dirty="0"/>
          </a:p>
        </p:txBody>
      </p:sp>
      <p:sp>
        <p:nvSpPr>
          <p:cNvPr id="6" name="Shape 4"/>
          <p:cNvSpPr/>
          <p:nvPr/>
        </p:nvSpPr>
        <p:spPr>
          <a:xfrm>
            <a:off x="548640" y="1658486"/>
            <a:ext cx="8869680" cy="0"/>
          </a:xfrm>
          <a:prstGeom prst="line">
            <a:avLst/>
          </a:prstGeom>
          <a:noFill/>
          <a:ln w="12700">
            <a:solidFill>
              <a:srgbClr val="8D8D8D"/>
            </a:solidFill>
            <a:prstDash val="solid"/>
          </a:ln>
        </p:spPr>
        <p:txBody>
          <a:bodyPr/>
          <a:lstStyle/>
          <a:p>
            <a:endParaRPr lang="fr-FR"/>
          </a:p>
        </p:txBody>
      </p:sp>
      <p:sp>
        <p:nvSpPr>
          <p:cNvPr id="7" name="Text 5"/>
          <p:cNvSpPr/>
          <p:nvPr/>
        </p:nvSpPr>
        <p:spPr>
          <a:xfrm>
            <a:off x="548640" y="1768214"/>
            <a:ext cx="4297680" cy="640080"/>
          </a:xfrm>
          <a:prstGeom prst="rect">
            <a:avLst/>
          </a:prstGeom>
          <a:noFill/>
          <a:ln/>
        </p:spPr>
        <p:txBody>
          <a:bodyPr wrap="square" lIns="0" tIns="0" rIns="0" bIns="0" rtlCol="0" anchor="ctr"/>
          <a:lstStyle/>
          <a:p>
            <a:pPr marL="0" indent="0" algn="l">
              <a:buNone/>
            </a:pPr>
            <a:r>
              <a:rPr lang="en-US" sz="1400" dirty="0">
                <a:solidFill>
                  <a:srgbClr val="161616"/>
                </a:solidFill>
                <a:latin typeface="IBM Plex Sans" pitchFamily="34" charset="0"/>
                <a:ea typeface="IBM Plex Sans" pitchFamily="34" charset="-122"/>
                <a:cs typeface="IBM Plex Sans" pitchFamily="34" charset="-120"/>
              </a:rPr>
              <a:t>Temps moyen par incident</a:t>
            </a:r>
            <a:endParaRPr lang="en-US" sz="1400" dirty="0"/>
          </a:p>
        </p:txBody>
      </p:sp>
      <p:sp>
        <p:nvSpPr>
          <p:cNvPr id="8" name="Text 6"/>
          <p:cNvSpPr/>
          <p:nvPr/>
        </p:nvSpPr>
        <p:spPr>
          <a:xfrm>
            <a:off x="4846320" y="1768214"/>
            <a:ext cx="1828800" cy="640080"/>
          </a:xfrm>
          <a:prstGeom prst="rect">
            <a:avLst/>
          </a:prstGeom>
          <a:noFill/>
          <a:ln/>
        </p:spPr>
        <p:txBody>
          <a:bodyPr wrap="square" lIns="0" tIns="0" rIns="0" bIns="0" rtlCol="0" anchor="ctr"/>
          <a:lstStyle/>
          <a:p>
            <a:pPr marL="0" indent="0" algn="l">
              <a:buNone/>
            </a:pPr>
            <a:r>
              <a:rPr lang="en-US" sz="1400" dirty="0">
                <a:solidFill>
                  <a:srgbClr val="525252"/>
                </a:solidFill>
                <a:latin typeface="IBM Plex Sans" pitchFamily="34" charset="0"/>
                <a:ea typeface="IBM Plex Sans" pitchFamily="34" charset="-122"/>
                <a:cs typeface="IBM Plex Sans" pitchFamily="34" charset="-120"/>
              </a:rPr>
              <a:t>~20 min</a:t>
            </a:r>
            <a:endParaRPr lang="en-US" sz="1400" dirty="0"/>
          </a:p>
        </p:txBody>
      </p:sp>
      <p:sp>
        <p:nvSpPr>
          <p:cNvPr id="9" name="Text 7"/>
          <p:cNvSpPr/>
          <p:nvPr/>
        </p:nvSpPr>
        <p:spPr>
          <a:xfrm>
            <a:off x="6675120" y="1768214"/>
            <a:ext cx="2743200" cy="640080"/>
          </a:xfrm>
          <a:prstGeom prst="rect">
            <a:avLst/>
          </a:prstGeom>
          <a:noFill/>
          <a:ln/>
        </p:spPr>
        <p:txBody>
          <a:bodyPr wrap="square" lIns="0" tIns="0" rIns="0" bIns="0" rtlCol="0" anchor="ctr"/>
          <a:lstStyle/>
          <a:p>
            <a:pPr marL="0" indent="0" algn="l">
              <a:buNone/>
            </a:pPr>
            <a:r>
              <a:rPr lang="en-US" sz="1400" b="1" dirty="0">
                <a:solidFill>
                  <a:srgbClr val="198038"/>
                </a:solidFill>
                <a:latin typeface="IBM Plex Sans SmBld" pitchFamily="34" charset="0"/>
                <a:ea typeface="IBM Plex Sans SmBld" pitchFamily="34" charset="-122"/>
                <a:cs typeface="IBM Plex Sans SmBld" pitchFamily="34" charset="-120"/>
              </a:rPr>
              <a:t>~5 min</a:t>
            </a:r>
            <a:endParaRPr lang="en-US" sz="1400" dirty="0"/>
          </a:p>
        </p:txBody>
      </p:sp>
      <p:sp>
        <p:nvSpPr>
          <p:cNvPr id="10" name="Shape 8"/>
          <p:cNvSpPr/>
          <p:nvPr/>
        </p:nvSpPr>
        <p:spPr>
          <a:xfrm>
            <a:off x="548640" y="2408294"/>
            <a:ext cx="8869680" cy="0"/>
          </a:xfrm>
          <a:prstGeom prst="line">
            <a:avLst/>
          </a:prstGeom>
          <a:noFill/>
          <a:ln w="9525">
            <a:solidFill>
              <a:srgbClr val="E0E0E0"/>
            </a:solidFill>
            <a:prstDash val="solid"/>
          </a:ln>
        </p:spPr>
        <p:txBody>
          <a:bodyPr/>
          <a:lstStyle/>
          <a:p>
            <a:endParaRPr lang="fr-FR"/>
          </a:p>
        </p:txBody>
      </p:sp>
      <p:sp>
        <p:nvSpPr>
          <p:cNvPr id="11" name="Text 9"/>
          <p:cNvSpPr/>
          <p:nvPr/>
        </p:nvSpPr>
        <p:spPr>
          <a:xfrm>
            <a:off x="548640" y="2408294"/>
            <a:ext cx="4297680" cy="640080"/>
          </a:xfrm>
          <a:prstGeom prst="rect">
            <a:avLst/>
          </a:prstGeom>
          <a:noFill/>
          <a:ln/>
        </p:spPr>
        <p:txBody>
          <a:bodyPr wrap="square" lIns="0" tIns="0" rIns="0" bIns="0" rtlCol="0" anchor="ctr"/>
          <a:lstStyle/>
          <a:p>
            <a:pPr marL="0" indent="0" algn="l">
              <a:buNone/>
            </a:pPr>
            <a:r>
              <a:rPr lang="en-US" sz="1400" dirty="0">
                <a:solidFill>
                  <a:srgbClr val="161616"/>
                </a:solidFill>
                <a:latin typeface="IBM Plex Sans" pitchFamily="34" charset="0"/>
                <a:ea typeface="IBM Plex Sans" pitchFamily="34" charset="-122"/>
                <a:cs typeface="IBM Plex Sans" pitchFamily="34" charset="-120"/>
              </a:rPr>
              <a:t>Oublis de notification à l'équipe</a:t>
            </a:r>
            <a:endParaRPr lang="en-US" sz="1400" dirty="0"/>
          </a:p>
        </p:txBody>
      </p:sp>
      <p:sp>
        <p:nvSpPr>
          <p:cNvPr id="12" name="Text 10"/>
          <p:cNvSpPr/>
          <p:nvPr/>
        </p:nvSpPr>
        <p:spPr>
          <a:xfrm>
            <a:off x="4846320" y="2408294"/>
            <a:ext cx="1828800" cy="640080"/>
          </a:xfrm>
          <a:prstGeom prst="rect">
            <a:avLst/>
          </a:prstGeom>
          <a:noFill/>
          <a:ln/>
        </p:spPr>
        <p:txBody>
          <a:bodyPr wrap="square" lIns="0" tIns="0" rIns="0" bIns="0" rtlCol="0" anchor="ctr"/>
          <a:lstStyle/>
          <a:p>
            <a:pPr marL="0" indent="0" algn="l">
              <a:buNone/>
            </a:pPr>
            <a:r>
              <a:rPr lang="en-US" sz="1400" dirty="0">
                <a:solidFill>
                  <a:srgbClr val="525252"/>
                </a:solidFill>
                <a:latin typeface="IBM Plex Sans" pitchFamily="34" charset="0"/>
                <a:ea typeface="IBM Plex Sans" pitchFamily="34" charset="-122"/>
                <a:cs typeface="IBM Plex Sans" pitchFamily="34" charset="-120"/>
              </a:rPr>
              <a:t>~20 %</a:t>
            </a:r>
            <a:endParaRPr lang="en-US" sz="1400" dirty="0"/>
          </a:p>
        </p:txBody>
      </p:sp>
      <p:sp>
        <p:nvSpPr>
          <p:cNvPr id="13" name="Text 11"/>
          <p:cNvSpPr/>
          <p:nvPr/>
        </p:nvSpPr>
        <p:spPr>
          <a:xfrm>
            <a:off x="6675120" y="2408294"/>
            <a:ext cx="2743200" cy="640080"/>
          </a:xfrm>
          <a:prstGeom prst="rect">
            <a:avLst/>
          </a:prstGeom>
          <a:noFill/>
          <a:ln/>
        </p:spPr>
        <p:txBody>
          <a:bodyPr wrap="square" lIns="0" tIns="0" rIns="0" bIns="0" rtlCol="0" anchor="ctr"/>
          <a:lstStyle/>
          <a:p>
            <a:pPr marL="0" indent="0" algn="l">
              <a:buNone/>
            </a:pPr>
            <a:r>
              <a:rPr lang="en-US" sz="1400" b="1" dirty="0">
                <a:solidFill>
                  <a:srgbClr val="198038"/>
                </a:solidFill>
                <a:latin typeface="IBM Plex Sans SmBld" pitchFamily="34" charset="0"/>
                <a:ea typeface="IBM Plex Sans SmBld" pitchFamily="34" charset="-122"/>
                <a:cs typeface="IBM Plex Sans SmBld" pitchFamily="34" charset="-120"/>
              </a:rPr>
              <a:t>0 %</a:t>
            </a:r>
            <a:endParaRPr lang="en-US" sz="1400" dirty="0"/>
          </a:p>
        </p:txBody>
      </p:sp>
      <p:sp>
        <p:nvSpPr>
          <p:cNvPr id="14" name="Shape 12"/>
          <p:cNvSpPr/>
          <p:nvPr/>
        </p:nvSpPr>
        <p:spPr>
          <a:xfrm>
            <a:off x="548640" y="3048374"/>
            <a:ext cx="8869680" cy="0"/>
          </a:xfrm>
          <a:prstGeom prst="line">
            <a:avLst/>
          </a:prstGeom>
          <a:noFill/>
          <a:ln w="9525">
            <a:solidFill>
              <a:srgbClr val="E0E0E0"/>
            </a:solidFill>
            <a:prstDash val="solid"/>
          </a:ln>
        </p:spPr>
        <p:txBody>
          <a:bodyPr/>
          <a:lstStyle/>
          <a:p>
            <a:endParaRPr lang="fr-FR"/>
          </a:p>
        </p:txBody>
      </p:sp>
      <p:sp>
        <p:nvSpPr>
          <p:cNvPr id="15" name="Text 13"/>
          <p:cNvSpPr/>
          <p:nvPr/>
        </p:nvSpPr>
        <p:spPr>
          <a:xfrm>
            <a:off x="548640" y="3048374"/>
            <a:ext cx="4297680" cy="640080"/>
          </a:xfrm>
          <a:prstGeom prst="rect">
            <a:avLst/>
          </a:prstGeom>
          <a:noFill/>
          <a:ln/>
        </p:spPr>
        <p:txBody>
          <a:bodyPr wrap="square" lIns="0" tIns="0" rIns="0" bIns="0" rtlCol="0" anchor="ctr"/>
          <a:lstStyle/>
          <a:p>
            <a:pPr marL="0" indent="0" algn="l">
              <a:buNone/>
            </a:pPr>
            <a:r>
              <a:rPr lang="en-US" sz="1400" dirty="0">
                <a:solidFill>
                  <a:srgbClr val="161616"/>
                </a:solidFill>
                <a:latin typeface="IBM Plex Sans" pitchFamily="34" charset="0"/>
                <a:ea typeface="IBM Plex Sans" pitchFamily="34" charset="-122"/>
                <a:cs typeface="IBM Plex Sans" pitchFamily="34" charset="-120"/>
              </a:rPr>
              <a:t>Erreurs de saisie d'un système à l'autre</a:t>
            </a:r>
            <a:endParaRPr lang="en-US" sz="1400" dirty="0"/>
          </a:p>
        </p:txBody>
      </p:sp>
      <p:sp>
        <p:nvSpPr>
          <p:cNvPr id="16" name="Text 14"/>
          <p:cNvSpPr/>
          <p:nvPr/>
        </p:nvSpPr>
        <p:spPr>
          <a:xfrm>
            <a:off x="4846320" y="3048374"/>
            <a:ext cx="1828800" cy="640080"/>
          </a:xfrm>
          <a:prstGeom prst="rect">
            <a:avLst/>
          </a:prstGeom>
          <a:noFill/>
          <a:ln/>
        </p:spPr>
        <p:txBody>
          <a:bodyPr wrap="square" lIns="0" tIns="0" rIns="0" bIns="0" rtlCol="0" anchor="ctr"/>
          <a:lstStyle/>
          <a:p>
            <a:pPr marL="0" indent="0" algn="l">
              <a:buNone/>
            </a:pPr>
            <a:r>
              <a:rPr lang="en-US" sz="1400" dirty="0">
                <a:solidFill>
                  <a:srgbClr val="525252"/>
                </a:solidFill>
                <a:latin typeface="IBM Plex Sans" pitchFamily="34" charset="0"/>
                <a:ea typeface="IBM Plex Sans" pitchFamily="34" charset="-122"/>
                <a:cs typeface="IBM Plex Sans" pitchFamily="34" charset="-120"/>
              </a:rPr>
              <a:t>fréquentes</a:t>
            </a:r>
            <a:endParaRPr lang="en-US" sz="1400" dirty="0"/>
          </a:p>
        </p:txBody>
      </p:sp>
      <p:sp>
        <p:nvSpPr>
          <p:cNvPr id="17" name="Text 15"/>
          <p:cNvSpPr/>
          <p:nvPr/>
        </p:nvSpPr>
        <p:spPr>
          <a:xfrm>
            <a:off x="6675120" y="3048374"/>
            <a:ext cx="2743200" cy="640080"/>
          </a:xfrm>
          <a:prstGeom prst="rect">
            <a:avLst/>
          </a:prstGeom>
          <a:noFill/>
          <a:ln/>
        </p:spPr>
        <p:txBody>
          <a:bodyPr wrap="square" lIns="0" tIns="0" rIns="0" bIns="0" rtlCol="0" anchor="ctr"/>
          <a:lstStyle/>
          <a:p>
            <a:pPr marL="0" indent="0" algn="l">
              <a:buNone/>
            </a:pPr>
            <a:r>
              <a:rPr lang="en-US" sz="1400" b="1" dirty="0">
                <a:solidFill>
                  <a:srgbClr val="198038"/>
                </a:solidFill>
                <a:latin typeface="IBM Plex Sans SmBld" pitchFamily="34" charset="0"/>
                <a:ea typeface="IBM Plex Sans SmBld" pitchFamily="34" charset="-122"/>
                <a:cs typeface="IBM Plex Sans SmBld" pitchFamily="34" charset="-120"/>
              </a:rPr>
              <a:t>écartées par la validation</a:t>
            </a:r>
            <a:endParaRPr lang="en-US" sz="1400" dirty="0"/>
          </a:p>
        </p:txBody>
      </p:sp>
      <p:sp>
        <p:nvSpPr>
          <p:cNvPr id="18" name="Shape 16"/>
          <p:cNvSpPr/>
          <p:nvPr/>
        </p:nvSpPr>
        <p:spPr>
          <a:xfrm>
            <a:off x="548640" y="3688454"/>
            <a:ext cx="8869680" cy="0"/>
          </a:xfrm>
          <a:prstGeom prst="line">
            <a:avLst/>
          </a:prstGeom>
          <a:noFill/>
          <a:ln w="9525">
            <a:solidFill>
              <a:srgbClr val="E0E0E0"/>
            </a:solidFill>
            <a:prstDash val="solid"/>
          </a:ln>
        </p:spPr>
        <p:txBody>
          <a:bodyPr/>
          <a:lstStyle/>
          <a:p>
            <a:endParaRPr lang="fr-FR"/>
          </a:p>
        </p:txBody>
      </p:sp>
      <p:sp>
        <p:nvSpPr>
          <p:cNvPr id="19" name="Text 17"/>
          <p:cNvSpPr/>
          <p:nvPr/>
        </p:nvSpPr>
        <p:spPr>
          <a:xfrm>
            <a:off x="548640" y="3688454"/>
            <a:ext cx="4297680" cy="640080"/>
          </a:xfrm>
          <a:prstGeom prst="rect">
            <a:avLst/>
          </a:prstGeom>
          <a:noFill/>
          <a:ln/>
        </p:spPr>
        <p:txBody>
          <a:bodyPr wrap="square" lIns="0" tIns="0" rIns="0" bIns="0" rtlCol="0" anchor="ctr"/>
          <a:lstStyle/>
          <a:p>
            <a:pPr marL="0" indent="0" algn="l">
              <a:buNone/>
            </a:pPr>
            <a:r>
              <a:rPr lang="en-US" sz="1400" dirty="0">
                <a:solidFill>
                  <a:srgbClr val="161616"/>
                </a:solidFill>
                <a:latin typeface="IBM Plex Sans" pitchFamily="34" charset="0"/>
                <a:ea typeface="IBM Plex Sans" pitchFamily="34" charset="-122"/>
                <a:cs typeface="IBM Plex Sans" pitchFamily="34" charset="-120"/>
              </a:rPr>
              <a:t>Traçabilité pour l'audit</a:t>
            </a:r>
            <a:endParaRPr lang="en-US" sz="1400" dirty="0"/>
          </a:p>
        </p:txBody>
      </p:sp>
      <p:sp>
        <p:nvSpPr>
          <p:cNvPr id="20" name="Text 18"/>
          <p:cNvSpPr/>
          <p:nvPr/>
        </p:nvSpPr>
        <p:spPr>
          <a:xfrm>
            <a:off x="4846320" y="3688454"/>
            <a:ext cx="1828800" cy="640080"/>
          </a:xfrm>
          <a:prstGeom prst="rect">
            <a:avLst/>
          </a:prstGeom>
          <a:noFill/>
          <a:ln/>
        </p:spPr>
        <p:txBody>
          <a:bodyPr wrap="square" lIns="0" tIns="0" rIns="0" bIns="0" rtlCol="0" anchor="ctr"/>
          <a:lstStyle/>
          <a:p>
            <a:pPr marL="0" indent="0" algn="l">
              <a:buNone/>
            </a:pPr>
            <a:r>
              <a:rPr lang="en-US" sz="1400" dirty="0">
                <a:solidFill>
                  <a:srgbClr val="525252"/>
                </a:solidFill>
                <a:latin typeface="IBM Plex Sans" pitchFamily="34" charset="0"/>
                <a:ea typeface="IBM Plex Sans" pitchFamily="34" charset="-122"/>
                <a:cs typeface="IBM Plex Sans" pitchFamily="34" charset="-120"/>
              </a:rPr>
              <a:t>partielle</a:t>
            </a:r>
            <a:endParaRPr lang="en-US" sz="1400" dirty="0"/>
          </a:p>
        </p:txBody>
      </p:sp>
      <p:sp>
        <p:nvSpPr>
          <p:cNvPr id="21" name="Text 19"/>
          <p:cNvSpPr/>
          <p:nvPr/>
        </p:nvSpPr>
        <p:spPr>
          <a:xfrm>
            <a:off x="6675120" y="3688454"/>
            <a:ext cx="2743200" cy="640080"/>
          </a:xfrm>
          <a:prstGeom prst="rect">
            <a:avLst/>
          </a:prstGeom>
          <a:noFill/>
          <a:ln/>
        </p:spPr>
        <p:txBody>
          <a:bodyPr wrap="square" lIns="0" tIns="0" rIns="0" bIns="0" rtlCol="0" anchor="ctr"/>
          <a:lstStyle/>
          <a:p>
            <a:pPr marL="0" indent="0" algn="l">
              <a:buNone/>
            </a:pPr>
            <a:r>
              <a:rPr lang="en-US" sz="1400" b="1" dirty="0">
                <a:solidFill>
                  <a:srgbClr val="198038"/>
                </a:solidFill>
                <a:latin typeface="IBM Plex Sans SmBld" pitchFamily="34" charset="0"/>
                <a:ea typeface="IBM Plex Sans SmBld" pitchFamily="34" charset="-122"/>
                <a:cs typeface="IBM Plex Sans SmBld" pitchFamily="34" charset="-120"/>
              </a:rPr>
              <a:t>complète</a:t>
            </a:r>
            <a:endParaRPr lang="en-US" sz="1400" dirty="0"/>
          </a:p>
        </p:txBody>
      </p:sp>
      <p:sp>
        <p:nvSpPr>
          <p:cNvPr id="22" name="Shape 20"/>
          <p:cNvSpPr/>
          <p:nvPr/>
        </p:nvSpPr>
        <p:spPr>
          <a:xfrm>
            <a:off x="548640" y="4602854"/>
            <a:ext cx="8869680" cy="0"/>
          </a:xfrm>
          <a:prstGeom prst="line">
            <a:avLst/>
          </a:prstGeom>
          <a:noFill/>
          <a:ln w="12700">
            <a:solidFill>
              <a:srgbClr val="8D8D8D"/>
            </a:solidFill>
            <a:prstDash val="solid"/>
          </a:ln>
        </p:spPr>
        <p:txBody>
          <a:bodyPr/>
          <a:lstStyle/>
          <a:p>
            <a:endParaRPr lang="fr-FR"/>
          </a:p>
        </p:txBody>
      </p:sp>
      <p:sp>
        <p:nvSpPr>
          <p:cNvPr id="23" name="Text 21"/>
          <p:cNvSpPr/>
          <p:nvPr/>
        </p:nvSpPr>
        <p:spPr>
          <a:xfrm>
            <a:off x="548640" y="5440680"/>
            <a:ext cx="8869680" cy="640080"/>
          </a:xfrm>
          <a:prstGeom prst="rect">
            <a:avLst/>
          </a:prstGeom>
          <a:noFill/>
          <a:ln/>
        </p:spPr>
        <p:txBody>
          <a:bodyPr wrap="square" lIns="0" tIns="0" rIns="0" bIns="0" rtlCol="0" anchor="t"/>
          <a:lstStyle/>
          <a:p>
            <a:pPr marL="0" indent="0" algn="l">
              <a:lnSpc>
                <a:spcPct val="115000"/>
              </a:lnSpc>
              <a:buNone/>
            </a:pPr>
            <a:r>
              <a:rPr lang="en-US" sz="1500" dirty="0">
                <a:solidFill>
                  <a:srgbClr val="161616"/>
                </a:solidFill>
                <a:latin typeface="IBM Plex Sans" pitchFamily="34" charset="0"/>
                <a:ea typeface="IBM Plex Sans" pitchFamily="34" charset="-122"/>
                <a:cs typeface="IBM Plex Sans" pitchFamily="34" charset="-120"/>
              </a:rPr>
              <a:t>Sur un site qui traite 50 incidents par jour, c'est de l'ordre de </a:t>
            </a:r>
            <a:r>
              <a:rPr lang="en-US" sz="1500" b="1" dirty="0">
                <a:solidFill>
                  <a:srgbClr val="0F62FE"/>
                </a:solidFill>
                <a:latin typeface="IBM Plex Sans" pitchFamily="34" charset="0"/>
                <a:ea typeface="IBM Plex Sans" pitchFamily="34" charset="-122"/>
                <a:cs typeface="IBM Plex Sans" pitchFamily="34" charset="-120"/>
              </a:rPr>
              <a:t>12 heures de temps manager</a:t>
            </a:r>
            <a:r>
              <a:rPr lang="en-US" sz="1500" dirty="0">
                <a:solidFill>
                  <a:srgbClr val="161616"/>
                </a:solidFill>
                <a:latin typeface="IBM Plex Sans" pitchFamily="34" charset="0"/>
                <a:ea typeface="IBM Plex Sans" pitchFamily="34" charset="-122"/>
                <a:cs typeface="IBM Plex Sans" pitchFamily="34" charset="-120"/>
              </a:rPr>
              <a:t> rendues chaque jour.</a:t>
            </a:r>
            <a:endParaRPr lang="en-US" sz="1500" dirty="0"/>
          </a:p>
        </p:txBody>
      </p:sp>
      <p:sp>
        <p:nvSpPr>
          <p:cNvPr id="24" name="Text 22"/>
          <p:cNvSpPr/>
          <p:nvPr/>
        </p:nvSpPr>
        <p:spPr>
          <a:xfrm>
            <a:off x="548640" y="6144768"/>
            <a:ext cx="11094415" cy="274320"/>
          </a:xfrm>
          <a:prstGeom prst="rect">
            <a:avLst/>
          </a:prstGeom>
          <a:noFill/>
          <a:ln/>
        </p:spPr>
        <p:txBody>
          <a:bodyPr wrap="square" lIns="0" tIns="0" rIns="0" bIns="0" rtlCol="0" anchor="ctr"/>
          <a:lstStyle/>
          <a:p>
            <a:pPr marL="0" indent="0" algn="l">
              <a:buNone/>
            </a:pPr>
            <a:r>
              <a:rPr lang="en-US" sz="900" dirty="0">
                <a:solidFill>
                  <a:srgbClr val="8D8D8D"/>
                </a:solidFill>
                <a:latin typeface="IBM Plex Sans" pitchFamily="34" charset="0"/>
                <a:ea typeface="IBM Plex Sans" pitchFamily="34" charset="-122"/>
                <a:cs typeface="IBM Plex Sans" pitchFamily="34" charset="-120"/>
              </a:rPr>
              <a:t>Ordres de grandeur, à calibrer ensemble sur vos chiffres.</a:t>
            </a:r>
            <a:endParaRPr lang="en-US" sz="900" dirty="0"/>
          </a:p>
        </p:txBody>
      </p:sp>
      <p:sp>
        <p:nvSpPr>
          <p:cNvPr id="25" name="Text 23"/>
          <p:cNvSpPr/>
          <p:nvPr/>
        </p:nvSpPr>
        <p:spPr>
          <a:xfrm>
            <a:off x="548640" y="6473952"/>
            <a:ext cx="4572000" cy="274320"/>
          </a:xfrm>
          <a:prstGeom prst="rect">
            <a:avLst/>
          </a:prstGeom>
          <a:noFill/>
          <a:ln/>
        </p:spPr>
        <p:txBody>
          <a:bodyPr wrap="square" lIns="0" tIns="0" rIns="0" bIns="0" rtlCol="0" anchor="ctr"/>
          <a:lstStyle/>
          <a:p>
            <a:pPr marL="0" indent="0" algn="l">
              <a:buNone/>
            </a:pPr>
            <a:r>
              <a:rPr lang="en-US" sz="800" dirty="0">
                <a:solidFill>
                  <a:srgbClr val="8D8D8D"/>
                </a:solidFill>
                <a:latin typeface="IBM Plex Sans" pitchFamily="34" charset="0"/>
                <a:ea typeface="IBM Plex Sans" pitchFamily="34" charset="-122"/>
                <a:cs typeface="IBM Plex Sans" pitchFamily="34" charset="-120"/>
              </a:rPr>
              <a:t>© 2026 IBM Corporation</a:t>
            </a:r>
            <a:endParaRPr lang="en-US" sz="800" dirty="0"/>
          </a:p>
        </p:txBody>
      </p:sp>
      <p:sp>
        <p:nvSpPr>
          <p:cNvPr id="26" name="Text 24"/>
          <p:cNvSpPr/>
          <p:nvPr/>
        </p:nvSpPr>
        <p:spPr>
          <a:xfrm>
            <a:off x="11551615" y="6473952"/>
            <a:ext cx="365760" cy="274320"/>
          </a:xfrm>
          <a:prstGeom prst="rect">
            <a:avLst/>
          </a:prstGeom>
          <a:noFill/>
          <a:ln/>
        </p:spPr>
        <p:txBody>
          <a:bodyPr wrap="square" lIns="0" tIns="0" rIns="0" bIns="0" rtlCol="0" anchor="ctr"/>
          <a:lstStyle/>
          <a:p>
            <a:pPr marL="0" indent="0" algn="r">
              <a:buNone/>
            </a:pPr>
            <a:r>
              <a:rPr lang="en-US" sz="900" dirty="0">
                <a:solidFill>
                  <a:srgbClr val="8D8D8D"/>
                </a:solidFill>
                <a:latin typeface="IBM Plex Sans" pitchFamily="34" charset="0"/>
                <a:ea typeface="IBM Plex Sans" pitchFamily="34" charset="-122"/>
                <a:cs typeface="IBM Plex Sans"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1094415" cy="1005840"/>
          </a:xfrm>
          <a:prstGeom prst="rect">
            <a:avLst/>
          </a:prstGeom>
          <a:noFill/>
          <a:ln/>
        </p:spPr>
        <p:txBody>
          <a:bodyPr wrap="square" lIns="0" tIns="0" rIns="0" bIns="0" rtlCol="0" anchor="t"/>
          <a:lstStyle/>
          <a:p>
            <a:pPr marL="0" indent="0" algn="l">
              <a:lnSpc>
                <a:spcPct val="102000"/>
              </a:lnSpc>
              <a:buNone/>
            </a:pPr>
            <a:r>
              <a:rPr lang="en-US" sz="3200" dirty="0">
                <a:solidFill>
                  <a:srgbClr val="161616"/>
                </a:solidFill>
                <a:latin typeface="IBM Plex Sans Light" pitchFamily="34" charset="0"/>
                <a:ea typeface="IBM Plex Sans Light" pitchFamily="34" charset="-122"/>
                <a:cs typeface="IBM Plex Sans Light" pitchFamily="34" charset="-120"/>
              </a:rPr>
              <a:t>Deux produits qui se complètent</a:t>
            </a:r>
            <a:endParaRPr lang="en-US" sz="3200" dirty="0"/>
          </a:p>
        </p:txBody>
      </p:sp>
      <p:sp>
        <p:nvSpPr>
          <p:cNvPr id="3" name="Shape 1"/>
          <p:cNvSpPr/>
          <p:nvPr/>
        </p:nvSpPr>
        <p:spPr>
          <a:xfrm>
            <a:off x="548640" y="1387681"/>
            <a:ext cx="640080" cy="640080"/>
          </a:xfrm>
          <a:prstGeom prst="ellipse">
            <a:avLst/>
          </a:prstGeom>
          <a:ln w="12700">
            <a:solidFill>
              <a:srgbClr val="0F62FE"/>
            </a:solidFill>
            <a:prstDash val="solid"/>
          </a:ln>
        </p:spPr>
        <p:txBody>
          <a:bodyPr/>
          <a:lstStyle/>
          <a:p>
            <a:endParaRPr lang="fr-FR"/>
          </a:p>
        </p:txBody>
      </p:sp>
      <p:pic>
        <p:nvPicPr>
          <p:cNvPr id="4" name="Image 0" descr="assets/icons/layers.png"/>
          <p:cNvPicPr>
            <a:picLocks noChangeAspect="1"/>
          </p:cNvPicPr>
          <p:nvPr/>
        </p:nvPicPr>
        <p:blipFill>
          <a:blip r:embed="rId3"/>
          <a:stretch>
            <a:fillRect/>
          </a:stretch>
        </p:blipFill>
        <p:spPr>
          <a:xfrm>
            <a:off x="702259" y="1541300"/>
            <a:ext cx="332842" cy="332842"/>
          </a:xfrm>
          <a:prstGeom prst="rect">
            <a:avLst/>
          </a:prstGeom>
        </p:spPr>
      </p:pic>
      <p:sp>
        <p:nvSpPr>
          <p:cNvPr id="5" name="Text 2"/>
          <p:cNvSpPr/>
          <p:nvPr/>
        </p:nvSpPr>
        <p:spPr>
          <a:xfrm>
            <a:off x="1371600" y="1415113"/>
            <a:ext cx="4267048" cy="594360"/>
          </a:xfrm>
          <a:prstGeom prst="rect">
            <a:avLst/>
          </a:prstGeom>
          <a:noFill/>
          <a:ln/>
        </p:spPr>
        <p:txBody>
          <a:bodyPr wrap="square" lIns="0" tIns="0" rIns="0" bIns="0" rtlCol="0" anchor="ctr"/>
          <a:lstStyle/>
          <a:p>
            <a:pPr marL="0" indent="0" algn="l">
              <a:buNone/>
            </a:pPr>
            <a:r>
              <a:rPr lang="en-US" sz="1800" b="1" dirty="0">
                <a:solidFill>
                  <a:srgbClr val="161616"/>
                </a:solidFill>
                <a:latin typeface="IBM Plex Sans SmBld" pitchFamily="34" charset="0"/>
                <a:ea typeface="IBM Plex Sans SmBld" pitchFamily="34" charset="-122"/>
                <a:cs typeface="IBM Plex Sans SmBld" pitchFamily="34" charset="-120"/>
              </a:rPr>
              <a:t>IBM Maximo Application Suite</a:t>
            </a:r>
            <a:endParaRPr lang="en-US" sz="1800" dirty="0"/>
          </a:p>
        </p:txBody>
      </p:sp>
      <p:sp>
        <p:nvSpPr>
          <p:cNvPr id="6" name="Shape 3"/>
          <p:cNvSpPr/>
          <p:nvPr/>
        </p:nvSpPr>
        <p:spPr>
          <a:xfrm>
            <a:off x="548640" y="2146633"/>
            <a:ext cx="5090008" cy="0"/>
          </a:xfrm>
          <a:prstGeom prst="line">
            <a:avLst/>
          </a:prstGeom>
          <a:noFill/>
          <a:ln w="12700">
            <a:solidFill>
              <a:srgbClr val="E0E0E0"/>
            </a:solidFill>
            <a:prstDash val="solid"/>
          </a:ln>
        </p:spPr>
        <p:txBody>
          <a:bodyPr/>
          <a:lstStyle/>
          <a:p>
            <a:endParaRPr lang="fr-FR"/>
          </a:p>
        </p:txBody>
      </p:sp>
      <p:pic>
        <p:nvPicPr>
          <p:cNvPr id="7" name="Image 1" descr="assets/icons/check.png"/>
          <p:cNvPicPr>
            <a:picLocks noChangeAspect="1"/>
          </p:cNvPicPr>
          <p:nvPr/>
        </p:nvPicPr>
        <p:blipFill>
          <a:blip r:embed="rId4"/>
          <a:stretch>
            <a:fillRect/>
          </a:stretch>
        </p:blipFill>
        <p:spPr>
          <a:xfrm>
            <a:off x="548640" y="2411809"/>
            <a:ext cx="219456" cy="219456"/>
          </a:xfrm>
          <a:prstGeom prst="rect">
            <a:avLst/>
          </a:prstGeom>
        </p:spPr>
      </p:pic>
      <p:sp>
        <p:nvSpPr>
          <p:cNvPr id="8" name="Text 4"/>
          <p:cNvSpPr/>
          <p:nvPr/>
        </p:nvSpPr>
        <p:spPr>
          <a:xfrm>
            <a:off x="896112" y="2347801"/>
            <a:ext cx="4742536" cy="566928"/>
          </a:xfrm>
          <a:prstGeom prst="rect">
            <a:avLst/>
          </a:prstGeom>
          <a:noFill/>
          <a:ln/>
        </p:spPr>
        <p:txBody>
          <a:bodyPr wrap="square" lIns="0" tIns="0" rIns="0" bIns="0" rtlCol="0" anchor="t"/>
          <a:lstStyle/>
          <a:p>
            <a:pPr marL="0" indent="0" algn="l">
              <a:lnSpc>
                <a:spcPct val="112000"/>
              </a:lnSpc>
              <a:buNone/>
            </a:pPr>
            <a:r>
              <a:rPr lang="en-US" sz="1300" dirty="0">
                <a:solidFill>
                  <a:srgbClr val="525252"/>
                </a:solidFill>
                <a:latin typeface="IBM Plex Sans" pitchFamily="34" charset="0"/>
                <a:ea typeface="IBM Plex Sans" pitchFamily="34" charset="-122"/>
                <a:cs typeface="IBM Plex Sans" pitchFamily="34" charset="-120"/>
              </a:rPr>
              <a:t>Le standard de la gestion d'actifs industriels</a:t>
            </a:r>
            <a:endParaRPr lang="en-US" sz="1300" dirty="0"/>
          </a:p>
        </p:txBody>
      </p:sp>
      <p:pic>
        <p:nvPicPr>
          <p:cNvPr id="9" name="Image 2" descr="assets/icons/check.png"/>
          <p:cNvPicPr>
            <a:picLocks noChangeAspect="1"/>
          </p:cNvPicPr>
          <p:nvPr/>
        </p:nvPicPr>
        <p:blipFill>
          <a:blip r:embed="rId4"/>
          <a:stretch>
            <a:fillRect/>
          </a:stretch>
        </p:blipFill>
        <p:spPr>
          <a:xfrm>
            <a:off x="548640" y="3015313"/>
            <a:ext cx="219456" cy="219456"/>
          </a:xfrm>
          <a:prstGeom prst="rect">
            <a:avLst/>
          </a:prstGeom>
        </p:spPr>
      </p:pic>
      <p:sp>
        <p:nvSpPr>
          <p:cNvPr id="10" name="Text 5"/>
          <p:cNvSpPr/>
          <p:nvPr/>
        </p:nvSpPr>
        <p:spPr>
          <a:xfrm>
            <a:off x="896112" y="2951305"/>
            <a:ext cx="4742536" cy="566928"/>
          </a:xfrm>
          <a:prstGeom prst="rect">
            <a:avLst/>
          </a:prstGeom>
          <a:noFill/>
          <a:ln/>
        </p:spPr>
        <p:txBody>
          <a:bodyPr wrap="square" lIns="0" tIns="0" rIns="0" bIns="0" rtlCol="0" anchor="t"/>
          <a:lstStyle/>
          <a:p>
            <a:pPr marL="0" indent="0" algn="l">
              <a:lnSpc>
                <a:spcPct val="112000"/>
              </a:lnSpc>
              <a:buNone/>
            </a:pPr>
            <a:r>
              <a:rPr lang="en-US" sz="1300" dirty="0">
                <a:solidFill>
                  <a:srgbClr val="525252"/>
                </a:solidFill>
                <a:latin typeface="IBM Plex Sans" pitchFamily="34" charset="0"/>
                <a:ea typeface="IBM Plex Sans" pitchFamily="34" charset="-122"/>
                <a:cs typeface="IBM Plex Sans" pitchFamily="34" charset="-120"/>
              </a:rPr>
              <a:t>Plus de 10 000 clients dans une centaine de pays</a:t>
            </a:r>
            <a:endParaRPr lang="en-US" sz="1300" dirty="0"/>
          </a:p>
        </p:txBody>
      </p:sp>
      <p:pic>
        <p:nvPicPr>
          <p:cNvPr id="11" name="Image 3" descr="assets/icons/check.png"/>
          <p:cNvPicPr>
            <a:picLocks noChangeAspect="1"/>
          </p:cNvPicPr>
          <p:nvPr/>
        </p:nvPicPr>
        <p:blipFill>
          <a:blip r:embed="rId4"/>
          <a:stretch>
            <a:fillRect/>
          </a:stretch>
        </p:blipFill>
        <p:spPr>
          <a:xfrm>
            <a:off x="548640" y="3618817"/>
            <a:ext cx="219456" cy="219456"/>
          </a:xfrm>
          <a:prstGeom prst="rect">
            <a:avLst/>
          </a:prstGeom>
        </p:spPr>
      </p:pic>
      <p:sp>
        <p:nvSpPr>
          <p:cNvPr id="12" name="Text 6"/>
          <p:cNvSpPr/>
          <p:nvPr/>
        </p:nvSpPr>
        <p:spPr>
          <a:xfrm>
            <a:off x="896112" y="3554809"/>
            <a:ext cx="4742536" cy="566928"/>
          </a:xfrm>
          <a:prstGeom prst="rect">
            <a:avLst/>
          </a:prstGeom>
          <a:noFill/>
          <a:ln/>
        </p:spPr>
        <p:txBody>
          <a:bodyPr wrap="square" lIns="0" tIns="0" rIns="0" bIns="0" rtlCol="0" anchor="t"/>
          <a:lstStyle/>
          <a:p>
            <a:pPr marL="0" indent="0" algn="l">
              <a:lnSpc>
                <a:spcPct val="112000"/>
              </a:lnSpc>
              <a:buNone/>
            </a:pPr>
            <a:r>
              <a:rPr lang="en-US" sz="1300" dirty="0">
                <a:solidFill>
                  <a:srgbClr val="525252"/>
                </a:solidFill>
                <a:latin typeface="IBM Plex Sans" pitchFamily="34" charset="0"/>
                <a:ea typeface="IBM Plex Sans" pitchFamily="34" charset="-122"/>
                <a:cs typeface="IBM Plex Sans" pitchFamily="34" charset="-120"/>
              </a:rPr>
              <a:t>EAM, inspection, prédiction de panne, santé d'asset</a:t>
            </a:r>
            <a:endParaRPr lang="en-US" sz="1300" dirty="0"/>
          </a:p>
        </p:txBody>
      </p:sp>
      <p:pic>
        <p:nvPicPr>
          <p:cNvPr id="13" name="Image 4" descr="assets/icons/check.png"/>
          <p:cNvPicPr>
            <a:picLocks noChangeAspect="1"/>
          </p:cNvPicPr>
          <p:nvPr/>
        </p:nvPicPr>
        <p:blipFill>
          <a:blip r:embed="rId4"/>
          <a:stretch>
            <a:fillRect/>
          </a:stretch>
        </p:blipFill>
        <p:spPr>
          <a:xfrm>
            <a:off x="548640" y="4222321"/>
            <a:ext cx="219456" cy="219456"/>
          </a:xfrm>
          <a:prstGeom prst="rect">
            <a:avLst/>
          </a:prstGeom>
        </p:spPr>
      </p:pic>
      <p:sp>
        <p:nvSpPr>
          <p:cNvPr id="14" name="Text 7"/>
          <p:cNvSpPr/>
          <p:nvPr/>
        </p:nvSpPr>
        <p:spPr>
          <a:xfrm>
            <a:off x="896112" y="4158313"/>
            <a:ext cx="4742536" cy="566928"/>
          </a:xfrm>
          <a:prstGeom prst="rect">
            <a:avLst/>
          </a:prstGeom>
          <a:noFill/>
          <a:ln/>
        </p:spPr>
        <p:txBody>
          <a:bodyPr wrap="square" lIns="0" tIns="0" rIns="0" bIns="0" rtlCol="0" anchor="t"/>
          <a:lstStyle/>
          <a:p>
            <a:pPr marL="0" indent="0" algn="l">
              <a:lnSpc>
                <a:spcPct val="112000"/>
              </a:lnSpc>
              <a:buNone/>
            </a:pPr>
            <a:r>
              <a:rPr lang="en-US" sz="1300" dirty="0">
                <a:solidFill>
                  <a:srgbClr val="525252"/>
                </a:solidFill>
                <a:latin typeface="IBM Plex Sans" pitchFamily="34" charset="0"/>
                <a:ea typeface="IBM Plex Sans" pitchFamily="34" charset="-122"/>
                <a:cs typeface="IBM Plex Sans" pitchFamily="34" charset="-120"/>
              </a:rPr>
              <a:t>API ouverte (OSLC, REST)</a:t>
            </a:r>
            <a:endParaRPr lang="en-US" sz="1300" dirty="0"/>
          </a:p>
        </p:txBody>
      </p:sp>
      <p:sp>
        <p:nvSpPr>
          <p:cNvPr id="15" name="Shape 8"/>
          <p:cNvSpPr/>
          <p:nvPr/>
        </p:nvSpPr>
        <p:spPr>
          <a:xfrm>
            <a:off x="6553048" y="1387681"/>
            <a:ext cx="640080" cy="640080"/>
          </a:xfrm>
          <a:prstGeom prst="ellipse">
            <a:avLst/>
          </a:prstGeom>
          <a:ln w="12700">
            <a:solidFill>
              <a:srgbClr val="0F62FE"/>
            </a:solidFill>
            <a:prstDash val="solid"/>
          </a:ln>
        </p:spPr>
        <p:txBody>
          <a:bodyPr/>
          <a:lstStyle/>
          <a:p>
            <a:endParaRPr lang="fr-FR"/>
          </a:p>
        </p:txBody>
      </p:sp>
      <p:pic>
        <p:nvPicPr>
          <p:cNvPr id="16" name="Image 5" descr="assets/icons/cpu.png"/>
          <p:cNvPicPr>
            <a:picLocks noChangeAspect="1"/>
          </p:cNvPicPr>
          <p:nvPr/>
        </p:nvPicPr>
        <p:blipFill>
          <a:blip r:embed="rId5"/>
          <a:stretch>
            <a:fillRect/>
          </a:stretch>
        </p:blipFill>
        <p:spPr>
          <a:xfrm>
            <a:off x="6706667" y="1541300"/>
            <a:ext cx="332842" cy="332842"/>
          </a:xfrm>
          <a:prstGeom prst="rect">
            <a:avLst/>
          </a:prstGeom>
        </p:spPr>
      </p:pic>
      <p:sp>
        <p:nvSpPr>
          <p:cNvPr id="17" name="Text 9"/>
          <p:cNvSpPr/>
          <p:nvPr/>
        </p:nvSpPr>
        <p:spPr>
          <a:xfrm>
            <a:off x="7376008" y="1415113"/>
            <a:ext cx="4267048" cy="594360"/>
          </a:xfrm>
          <a:prstGeom prst="rect">
            <a:avLst/>
          </a:prstGeom>
          <a:noFill/>
          <a:ln/>
        </p:spPr>
        <p:txBody>
          <a:bodyPr wrap="square" lIns="0" tIns="0" rIns="0" bIns="0" rtlCol="0" anchor="ctr"/>
          <a:lstStyle/>
          <a:p>
            <a:pPr marL="0" indent="0" algn="l">
              <a:buNone/>
            </a:pPr>
            <a:r>
              <a:rPr lang="en-US" sz="1800" b="1" dirty="0">
                <a:solidFill>
                  <a:srgbClr val="161616"/>
                </a:solidFill>
                <a:latin typeface="IBM Plex Sans SmBld" pitchFamily="34" charset="0"/>
                <a:ea typeface="IBM Plex Sans SmBld" pitchFamily="34" charset="-122"/>
                <a:cs typeface="IBM Plex Sans SmBld" pitchFamily="34" charset="-120"/>
              </a:rPr>
              <a:t>IBM watsonx Orchestrate</a:t>
            </a:r>
            <a:endParaRPr lang="en-US" sz="1800" dirty="0"/>
          </a:p>
        </p:txBody>
      </p:sp>
      <p:sp>
        <p:nvSpPr>
          <p:cNvPr id="18" name="Shape 10"/>
          <p:cNvSpPr/>
          <p:nvPr/>
        </p:nvSpPr>
        <p:spPr>
          <a:xfrm>
            <a:off x="6553048" y="2146633"/>
            <a:ext cx="5090008" cy="0"/>
          </a:xfrm>
          <a:prstGeom prst="line">
            <a:avLst/>
          </a:prstGeom>
          <a:noFill/>
          <a:ln w="12700">
            <a:solidFill>
              <a:srgbClr val="E0E0E0"/>
            </a:solidFill>
            <a:prstDash val="solid"/>
          </a:ln>
        </p:spPr>
        <p:txBody>
          <a:bodyPr/>
          <a:lstStyle/>
          <a:p>
            <a:endParaRPr lang="fr-FR"/>
          </a:p>
        </p:txBody>
      </p:sp>
      <p:pic>
        <p:nvPicPr>
          <p:cNvPr id="19" name="Image 6" descr="assets/icons/check.png"/>
          <p:cNvPicPr>
            <a:picLocks noChangeAspect="1"/>
          </p:cNvPicPr>
          <p:nvPr/>
        </p:nvPicPr>
        <p:blipFill>
          <a:blip r:embed="rId4"/>
          <a:stretch>
            <a:fillRect/>
          </a:stretch>
        </p:blipFill>
        <p:spPr>
          <a:xfrm>
            <a:off x="6553048" y="2411809"/>
            <a:ext cx="219456" cy="219456"/>
          </a:xfrm>
          <a:prstGeom prst="rect">
            <a:avLst/>
          </a:prstGeom>
        </p:spPr>
      </p:pic>
      <p:sp>
        <p:nvSpPr>
          <p:cNvPr id="20" name="Text 11"/>
          <p:cNvSpPr/>
          <p:nvPr/>
        </p:nvSpPr>
        <p:spPr>
          <a:xfrm>
            <a:off x="6900520" y="2347801"/>
            <a:ext cx="4742536" cy="566928"/>
          </a:xfrm>
          <a:prstGeom prst="rect">
            <a:avLst/>
          </a:prstGeom>
          <a:noFill/>
          <a:ln/>
        </p:spPr>
        <p:txBody>
          <a:bodyPr wrap="square" lIns="0" tIns="0" rIns="0" bIns="0" rtlCol="0" anchor="t"/>
          <a:lstStyle/>
          <a:p>
            <a:pPr marL="0" indent="0" algn="l">
              <a:lnSpc>
                <a:spcPct val="112000"/>
              </a:lnSpc>
              <a:buNone/>
            </a:pPr>
            <a:r>
              <a:rPr lang="en-US" sz="1300" dirty="0">
                <a:solidFill>
                  <a:srgbClr val="525252"/>
                </a:solidFill>
                <a:latin typeface="IBM Plex Sans" pitchFamily="34" charset="0"/>
                <a:ea typeface="IBM Plex Sans" pitchFamily="34" charset="-122"/>
                <a:cs typeface="IBM Plex Sans" pitchFamily="34" charset="-120"/>
              </a:rPr>
              <a:t>La plateforme qui fait travailler les agents ensemble</a:t>
            </a:r>
            <a:endParaRPr lang="en-US" sz="1300" dirty="0"/>
          </a:p>
        </p:txBody>
      </p:sp>
      <p:pic>
        <p:nvPicPr>
          <p:cNvPr id="21" name="Image 7" descr="assets/icons/check.png"/>
          <p:cNvPicPr>
            <a:picLocks noChangeAspect="1"/>
          </p:cNvPicPr>
          <p:nvPr/>
        </p:nvPicPr>
        <p:blipFill>
          <a:blip r:embed="rId4"/>
          <a:stretch>
            <a:fillRect/>
          </a:stretch>
        </p:blipFill>
        <p:spPr>
          <a:xfrm>
            <a:off x="6553048" y="3015313"/>
            <a:ext cx="219456" cy="219456"/>
          </a:xfrm>
          <a:prstGeom prst="rect">
            <a:avLst/>
          </a:prstGeom>
        </p:spPr>
      </p:pic>
      <p:sp>
        <p:nvSpPr>
          <p:cNvPr id="22" name="Text 12"/>
          <p:cNvSpPr/>
          <p:nvPr/>
        </p:nvSpPr>
        <p:spPr>
          <a:xfrm>
            <a:off x="6900520" y="2951305"/>
            <a:ext cx="4742536" cy="566928"/>
          </a:xfrm>
          <a:prstGeom prst="rect">
            <a:avLst/>
          </a:prstGeom>
          <a:noFill/>
          <a:ln/>
        </p:spPr>
        <p:txBody>
          <a:bodyPr wrap="square" lIns="0" tIns="0" rIns="0" bIns="0" rtlCol="0" anchor="t"/>
          <a:lstStyle/>
          <a:p>
            <a:pPr marL="0" indent="0" algn="l">
              <a:lnSpc>
                <a:spcPct val="112000"/>
              </a:lnSpc>
              <a:buNone/>
            </a:pPr>
            <a:r>
              <a:rPr lang="en-US" sz="1300" dirty="0">
                <a:solidFill>
                  <a:srgbClr val="525252"/>
                </a:solidFill>
                <a:latin typeface="IBM Plex Sans" pitchFamily="34" charset="0"/>
                <a:ea typeface="IBM Plex Sans" pitchFamily="34" charset="-122"/>
                <a:cs typeface="IBM Plex Sans" pitchFamily="34" charset="-120"/>
              </a:rPr>
              <a:t>Connecteurs natifs : ServiceNow, SAP, Workday, Salesforce…</a:t>
            </a:r>
            <a:endParaRPr lang="en-US" sz="1300" dirty="0"/>
          </a:p>
        </p:txBody>
      </p:sp>
      <p:pic>
        <p:nvPicPr>
          <p:cNvPr id="23" name="Image 8" descr="assets/icons/check.png"/>
          <p:cNvPicPr>
            <a:picLocks noChangeAspect="1"/>
          </p:cNvPicPr>
          <p:nvPr/>
        </p:nvPicPr>
        <p:blipFill>
          <a:blip r:embed="rId4"/>
          <a:stretch>
            <a:fillRect/>
          </a:stretch>
        </p:blipFill>
        <p:spPr>
          <a:xfrm>
            <a:off x="6553048" y="3618817"/>
            <a:ext cx="219456" cy="219456"/>
          </a:xfrm>
          <a:prstGeom prst="rect">
            <a:avLst/>
          </a:prstGeom>
        </p:spPr>
      </p:pic>
      <p:sp>
        <p:nvSpPr>
          <p:cNvPr id="24" name="Text 13"/>
          <p:cNvSpPr/>
          <p:nvPr/>
        </p:nvSpPr>
        <p:spPr>
          <a:xfrm>
            <a:off x="6900520" y="3554809"/>
            <a:ext cx="4742536" cy="566928"/>
          </a:xfrm>
          <a:prstGeom prst="rect">
            <a:avLst/>
          </a:prstGeom>
          <a:noFill/>
          <a:ln/>
        </p:spPr>
        <p:txBody>
          <a:bodyPr wrap="square" lIns="0" tIns="0" rIns="0" bIns="0" rtlCol="0" anchor="t"/>
          <a:lstStyle/>
          <a:p>
            <a:pPr marL="0" indent="0" algn="l">
              <a:lnSpc>
                <a:spcPct val="112000"/>
              </a:lnSpc>
              <a:buNone/>
            </a:pPr>
            <a:r>
              <a:rPr lang="en-US" sz="1300" dirty="0">
                <a:solidFill>
                  <a:srgbClr val="525252"/>
                </a:solidFill>
                <a:latin typeface="IBM Plex Sans" pitchFamily="34" charset="0"/>
                <a:ea typeface="IBM Plex Sans" pitchFamily="34" charset="-122"/>
                <a:cs typeface="IBM Plex Sans" pitchFamily="34" charset="-120"/>
              </a:rPr>
              <a:t>ADK Python pour écrire ses propres agents</a:t>
            </a:r>
            <a:endParaRPr lang="en-US" sz="1300" dirty="0"/>
          </a:p>
        </p:txBody>
      </p:sp>
      <p:pic>
        <p:nvPicPr>
          <p:cNvPr id="25" name="Image 9" descr="assets/icons/check.png"/>
          <p:cNvPicPr>
            <a:picLocks noChangeAspect="1"/>
          </p:cNvPicPr>
          <p:nvPr/>
        </p:nvPicPr>
        <p:blipFill>
          <a:blip r:embed="rId4"/>
          <a:stretch>
            <a:fillRect/>
          </a:stretch>
        </p:blipFill>
        <p:spPr>
          <a:xfrm>
            <a:off x="6553048" y="4222321"/>
            <a:ext cx="219456" cy="219456"/>
          </a:xfrm>
          <a:prstGeom prst="rect">
            <a:avLst/>
          </a:prstGeom>
        </p:spPr>
      </p:pic>
      <p:sp>
        <p:nvSpPr>
          <p:cNvPr id="26" name="Text 14"/>
          <p:cNvSpPr/>
          <p:nvPr/>
        </p:nvSpPr>
        <p:spPr>
          <a:xfrm>
            <a:off x="6900520" y="4158313"/>
            <a:ext cx="4742536" cy="566928"/>
          </a:xfrm>
          <a:prstGeom prst="rect">
            <a:avLst/>
          </a:prstGeom>
          <a:noFill/>
          <a:ln/>
        </p:spPr>
        <p:txBody>
          <a:bodyPr wrap="square" lIns="0" tIns="0" rIns="0" bIns="0" rtlCol="0" anchor="t"/>
          <a:lstStyle/>
          <a:p>
            <a:pPr marL="0" indent="0" algn="l">
              <a:lnSpc>
                <a:spcPct val="112000"/>
              </a:lnSpc>
              <a:buNone/>
            </a:pPr>
            <a:r>
              <a:rPr lang="en-US" sz="1300" dirty="0">
                <a:solidFill>
                  <a:srgbClr val="525252"/>
                </a:solidFill>
                <a:latin typeface="IBM Plex Sans" pitchFamily="34" charset="0"/>
                <a:ea typeface="IBM Plex Sans" pitchFamily="34" charset="-122"/>
                <a:cs typeface="IBM Plex Sans" pitchFamily="34" charset="-120"/>
              </a:rPr>
              <a:t>Auth, audit, RGPD, choix du modèle</a:t>
            </a:r>
            <a:endParaRPr lang="en-US" sz="1300" dirty="0"/>
          </a:p>
        </p:txBody>
      </p:sp>
      <p:sp>
        <p:nvSpPr>
          <p:cNvPr id="27" name="Text 15"/>
          <p:cNvSpPr/>
          <p:nvPr/>
        </p:nvSpPr>
        <p:spPr>
          <a:xfrm>
            <a:off x="548640" y="5532120"/>
            <a:ext cx="11094415" cy="640080"/>
          </a:xfrm>
          <a:prstGeom prst="rect">
            <a:avLst/>
          </a:prstGeom>
          <a:noFill/>
          <a:ln/>
        </p:spPr>
        <p:txBody>
          <a:bodyPr wrap="square" lIns="0" tIns="0" rIns="0" bIns="0" rtlCol="0" anchor="ctr"/>
          <a:lstStyle/>
          <a:p>
            <a:pPr marL="0" indent="0" algn="l">
              <a:lnSpc>
                <a:spcPct val="105000"/>
              </a:lnSpc>
              <a:buNone/>
            </a:pPr>
            <a:r>
              <a:rPr lang="en-US" sz="1800" dirty="0">
                <a:solidFill>
                  <a:srgbClr val="161616"/>
                </a:solidFill>
                <a:latin typeface="IBM Plex Sans Light" pitchFamily="34" charset="0"/>
                <a:ea typeface="IBM Plex Sans Light" pitchFamily="34" charset="-122"/>
                <a:cs typeface="IBM Plex Sans Light" pitchFamily="34" charset="-120"/>
              </a:rPr>
              <a:t>Chacun pris seul, c'est un bon produit. Ensemble, c'est un assistant qui parle le langage de votre maintenance.</a:t>
            </a:r>
            <a:endParaRPr lang="en-US" sz="1800" dirty="0"/>
          </a:p>
        </p:txBody>
      </p:sp>
      <p:sp>
        <p:nvSpPr>
          <p:cNvPr id="28" name="Text 16"/>
          <p:cNvSpPr/>
          <p:nvPr/>
        </p:nvSpPr>
        <p:spPr>
          <a:xfrm>
            <a:off x="548640" y="6473952"/>
            <a:ext cx="4572000" cy="274320"/>
          </a:xfrm>
          <a:prstGeom prst="rect">
            <a:avLst/>
          </a:prstGeom>
          <a:noFill/>
          <a:ln/>
        </p:spPr>
        <p:txBody>
          <a:bodyPr wrap="square" lIns="0" tIns="0" rIns="0" bIns="0" rtlCol="0" anchor="ctr"/>
          <a:lstStyle/>
          <a:p>
            <a:pPr marL="0" indent="0" algn="l">
              <a:buNone/>
            </a:pPr>
            <a:r>
              <a:rPr lang="en-US" sz="800" dirty="0">
                <a:solidFill>
                  <a:srgbClr val="8D8D8D"/>
                </a:solidFill>
                <a:latin typeface="IBM Plex Sans" pitchFamily="34" charset="0"/>
                <a:ea typeface="IBM Plex Sans" pitchFamily="34" charset="-122"/>
                <a:cs typeface="IBM Plex Sans" pitchFamily="34" charset="-120"/>
              </a:rPr>
              <a:t>© 2026 IBM Corporation</a:t>
            </a:r>
            <a:endParaRPr lang="en-US" sz="800" dirty="0"/>
          </a:p>
        </p:txBody>
      </p:sp>
      <p:sp>
        <p:nvSpPr>
          <p:cNvPr id="29" name="Text 17"/>
          <p:cNvSpPr/>
          <p:nvPr/>
        </p:nvSpPr>
        <p:spPr>
          <a:xfrm>
            <a:off x="11551615" y="6473952"/>
            <a:ext cx="365760" cy="274320"/>
          </a:xfrm>
          <a:prstGeom prst="rect">
            <a:avLst/>
          </a:prstGeom>
          <a:noFill/>
          <a:ln/>
        </p:spPr>
        <p:txBody>
          <a:bodyPr wrap="square" lIns="0" tIns="0" rIns="0" bIns="0" rtlCol="0" anchor="ctr"/>
          <a:lstStyle/>
          <a:p>
            <a:pPr marL="0" indent="0" algn="r">
              <a:buNone/>
            </a:pPr>
            <a:r>
              <a:rPr lang="en-US" sz="900" dirty="0">
                <a:solidFill>
                  <a:srgbClr val="8D8D8D"/>
                </a:solidFill>
                <a:latin typeface="IBM Plex Sans" pitchFamily="34" charset="0"/>
                <a:ea typeface="IBM Plex Sans" pitchFamily="34" charset="-122"/>
                <a:cs typeface="IBM Plex Sans"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1094415" cy="1005840"/>
          </a:xfrm>
          <a:prstGeom prst="rect">
            <a:avLst/>
          </a:prstGeom>
          <a:noFill/>
          <a:ln/>
        </p:spPr>
        <p:txBody>
          <a:bodyPr wrap="square" lIns="0" tIns="0" rIns="0" bIns="0" rtlCol="0" anchor="t"/>
          <a:lstStyle/>
          <a:p>
            <a:pPr marL="0" indent="0" algn="l">
              <a:lnSpc>
                <a:spcPct val="102000"/>
              </a:lnSpc>
              <a:buNone/>
            </a:pPr>
            <a:r>
              <a:rPr lang="en-US" sz="3000" dirty="0">
                <a:solidFill>
                  <a:srgbClr val="161616"/>
                </a:solidFill>
                <a:latin typeface="IBM Plex Sans Light" pitchFamily="34" charset="0"/>
                <a:ea typeface="IBM Plex Sans Light" pitchFamily="34" charset="-122"/>
                <a:cs typeface="IBM Plex Sans Light" pitchFamily="34" charset="-120"/>
              </a:rPr>
              <a:t>Demain, tout système doté d'une </a:t>
            </a:r>
            <a:r>
              <a:rPr lang="en-US" sz="3000" dirty="0">
                <a:solidFill>
                  <a:srgbClr val="0F62FE"/>
                </a:solidFill>
                <a:latin typeface="IBM Plex Sans Light" pitchFamily="34" charset="0"/>
                <a:ea typeface="IBM Plex Sans Light" pitchFamily="34" charset="-122"/>
                <a:cs typeface="IBM Plex Sans Light" pitchFamily="34" charset="-120"/>
              </a:rPr>
              <a:t>API</a:t>
            </a:r>
            <a:r>
              <a:rPr lang="en-US" sz="3000" dirty="0">
                <a:solidFill>
                  <a:srgbClr val="161616"/>
                </a:solidFill>
                <a:latin typeface="IBM Plex Sans Light" pitchFamily="34" charset="0"/>
                <a:ea typeface="IBM Plex Sans Light" pitchFamily="34" charset="-122"/>
                <a:cs typeface="IBM Plex Sans Light" pitchFamily="34" charset="-120"/>
              </a:rPr>
              <a:t> peut s'y brancher</a:t>
            </a:r>
            <a:endParaRPr lang="en-US" sz="3000" dirty="0"/>
          </a:p>
        </p:txBody>
      </p:sp>
      <p:sp>
        <p:nvSpPr>
          <p:cNvPr id="3" name="Shape 1"/>
          <p:cNvSpPr/>
          <p:nvPr/>
        </p:nvSpPr>
        <p:spPr>
          <a:xfrm>
            <a:off x="548640" y="2103120"/>
            <a:ext cx="640080" cy="640080"/>
          </a:xfrm>
          <a:prstGeom prst="ellipse">
            <a:avLst/>
          </a:prstGeom>
          <a:ln w="12700">
            <a:solidFill>
              <a:srgbClr val="0F62FE"/>
            </a:solidFill>
            <a:prstDash val="solid"/>
          </a:ln>
        </p:spPr>
        <p:txBody>
          <a:bodyPr/>
          <a:lstStyle/>
          <a:p>
            <a:endParaRPr lang="fr-FR"/>
          </a:p>
        </p:txBody>
      </p:sp>
      <p:pic>
        <p:nvPicPr>
          <p:cNvPr id="4" name="Image 0" descr="assets/icons/database.png"/>
          <p:cNvPicPr>
            <a:picLocks noChangeAspect="1"/>
          </p:cNvPicPr>
          <p:nvPr/>
        </p:nvPicPr>
        <p:blipFill>
          <a:blip r:embed="rId3"/>
          <a:stretch>
            <a:fillRect/>
          </a:stretch>
        </p:blipFill>
        <p:spPr>
          <a:xfrm>
            <a:off x="702259" y="2256739"/>
            <a:ext cx="332842" cy="332842"/>
          </a:xfrm>
          <a:prstGeom prst="rect">
            <a:avLst/>
          </a:prstGeom>
        </p:spPr>
      </p:pic>
      <p:sp>
        <p:nvSpPr>
          <p:cNvPr id="5" name="Text 2"/>
          <p:cNvSpPr/>
          <p:nvPr/>
        </p:nvSpPr>
        <p:spPr>
          <a:xfrm>
            <a:off x="1371600" y="2130552"/>
            <a:ext cx="2387498" cy="548640"/>
          </a:xfrm>
          <a:prstGeom prst="rect">
            <a:avLst/>
          </a:prstGeom>
          <a:noFill/>
          <a:ln/>
        </p:spPr>
        <p:txBody>
          <a:bodyPr wrap="square" lIns="0" tIns="0" rIns="0" bIns="0" rtlCol="0" anchor="ctr"/>
          <a:lstStyle/>
          <a:p>
            <a:pPr marL="0" indent="0" algn="l">
              <a:buNone/>
            </a:pPr>
            <a:r>
              <a:rPr lang="en-US" sz="1600" b="1" dirty="0">
                <a:solidFill>
                  <a:srgbClr val="161616"/>
                </a:solidFill>
                <a:latin typeface="IBM Plex Sans SmBld" pitchFamily="34" charset="0"/>
                <a:ea typeface="IBM Plex Sans SmBld" pitchFamily="34" charset="-122"/>
                <a:cs typeface="IBM Plex Sans SmBld" pitchFamily="34" charset="-120"/>
              </a:rPr>
              <a:t>ERP</a:t>
            </a:r>
            <a:endParaRPr lang="en-US" sz="1600" dirty="0"/>
          </a:p>
        </p:txBody>
      </p:sp>
      <p:sp>
        <p:nvSpPr>
          <p:cNvPr id="6" name="Text 3"/>
          <p:cNvSpPr/>
          <p:nvPr/>
        </p:nvSpPr>
        <p:spPr>
          <a:xfrm>
            <a:off x="548640" y="2862072"/>
            <a:ext cx="3210458" cy="640080"/>
          </a:xfrm>
          <a:prstGeom prst="rect">
            <a:avLst/>
          </a:prstGeom>
          <a:noFill/>
          <a:ln/>
        </p:spPr>
        <p:txBody>
          <a:bodyPr wrap="square" lIns="0" tIns="0" rIns="0" bIns="0" rtlCol="0" anchor="t"/>
          <a:lstStyle/>
          <a:p>
            <a:pPr marL="0" indent="0" algn="l">
              <a:lnSpc>
                <a:spcPct val="120000"/>
              </a:lnSpc>
              <a:buNone/>
            </a:pPr>
            <a:r>
              <a:rPr lang="en-US" sz="1200" dirty="0">
                <a:solidFill>
                  <a:srgbClr val="525252"/>
                </a:solidFill>
                <a:latin typeface="IBM Plex Sans" pitchFamily="34" charset="0"/>
                <a:ea typeface="IBM Plex Sans" pitchFamily="34" charset="-122"/>
                <a:cs typeface="IBM Plex Sans" pitchFamily="34" charset="-120"/>
              </a:rPr>
              <a:t>SAP · Oracle EBS · MS Dynamics</a:t>
            </a:r>
            <a:endParaRPr lang="en-US" sz="1200" dirty="0"/>
          </a:p>
        </p:txBody>
      </p:sp>
      <p:sp>
        <p:nvSpPr>
          <p:cNvPr id="7" name="Shape 4"/>
          <p:cNvSpPr/>
          <p:nvPr/>
        </p:nvSpPr>
        <p:spPr>
          <a:xfrm>
            <a:off x="4490618" y="2103120"/>
            <a:ext cx="640080" cy="640080"/>
          </a:xfrm>
          <a:prstGeom prst="ellipse">
            <a:avLst/>
          </a:prstGeom>
          <a:ln w="12700">
            <a:solidFill>
              <a:srgbClr val="0F62FE"/>
            </a:solidFill>
            <a:prstDash val="solid"/>
          </a:ln>
        </p:spPr>
        <p:txBody>
          <a:bodyPr/>
          <a:lstStyle/>
          <a:p>
            <a:endParaRPr lang="fr-FR"/>
          </a:p>
        </p:txBody>
      </p:sp>
      <p:pic>
        <p:nvPicPr>
          <p:cNvPr id="8" name="Image 1" descr="assets/icons/message.png"/>
          <p:cNvPicPr>
            <a:picLocks noChangeAspect="1"/>
          </p:cNvPicPr>
          <p:nvPr/>
        </p:nvPicPr>
        <p:blipFill>
          <a:blip r:embed="rId4"/>
          <a:stretch>
            <a:fillRect/>
          </a:stretch>
        </p:blipFill>
        <p:spPr>
          <a:xfrm>
            <a:off x="4644238" y="2256739"/>
            <a:ext cx="332842" cy="332842"/>
          </a:xfrm>
          <a:prstGeom prst="rect">
            <a:avLst/>
          </a:prstGeom>
        </p:spPr>
      </p:pic>
      <p:sp>
        <p:nvSpPr>
          <p:cNvPr id="9" name="Text 5"/>
          <p:cNvSpPr/>
          <p:nvPr/>
        </p:nvSpPr>
        <p:spPr>
          <a:xfrm>
            <a:off x="5313578" y="2130552"/>
            <a:ext cx="2387498" cy="548640"/>
          </a:xfrm>
          <a:prstGeom prst="rect">
            <a:avLst/>
          </a:prstGeom>
          <a:noFill/>
          <a:ln/>
        </p:spPr>
        <p:txBody>
          <a:bodyPr wrap="square" lIns="0" tIns="0" rIns="0" bIns="0" rtlCol="0" anchor="ctr"/>
          <a:lstStyle/>
          <a:p>
            <a:pPr marL="0" indent="0" algn="l">
              <a:buNone/>
            </a:pPr>
            <a:r>
              <a:rPr lang="en-US" sz="1600" b="1" dirty="0">
                <a:solidFill>
                  <a:srgbClr val="161616"/>
                </a:solidFill>
                <a:latin typeface="IBM Plex Sans SmBld" pitchFamily="34" charset="0"/>
                <a:ea typeface="IBM Plex Sans SmBld" pitchFamily="34" charset="-122"/>
                <a:cs typeface="IBM Plex Sans SmBld" pitchFamily="34" charset="-120"/>
              </a:rPr>
              <a:t>Communication</a:t>
            </a:r>
            <a:endParaRPr lang="en-US" sz="1600" dirty="0"/>
          </a:p>
        </p:txBody>
      </p:sp>
      <p:sp>
        <p:nvSpPr>
          <p:cNvPr id="10" name="Text 6"/>
          <p:cNvSpPr/>
          <p:nvPr/>
        </p:nvSpPr>
        <p:spPr>
          <a:xfrm>
            <a:off x="4490618" y="2862072"/>
            <a:ext cx="3210458" cy="640080"/>
          </a:xfrm>
          <a:prstGeom prst="rect">
            <a:avLst/>
          </a:prstGeom>
          <a:noFill/>
          <a:ln/>
        </p:spPr>
        <p:txBody>
          <a:bodyPr wrap="square" lIns="0" tIns="0" rIns="0" bIns="0" rtlCol="0" anchor="t"/>
          <a:lstStyle/>
          <a:p>
            <a:pPr marL="0" indent="0" algn="l">
              <a:lnSpc>
                <a:spcPct val="120000"/>
              </a:lnSpc>
              <a:buNone/>
            </a:pPr>
            <a:r>
              <a:rPr lang="en-US" sz="1200" dirty="0">
                <a:solidFill>
                  <a:srgbClr val="525252"/>
                </a:solidFill>
                <a:latin typeface="IBM Plex Sans" pitchFamily="34" charset="0"/>
                <a:ea typeface="IBM Plex Sans" pitchFamily="34" charset="-122"/>
                <a:cs typeface="IBM Plex Sans" pitchFamily="34" charset="-120"/>
              </a:rPr>
              <a:t>Teams · Slack · mail · SMS</a:t>
            </a:r>
            <a:endParaRPr lang="en-US" sz="1200" dirty="0"/>
          </a:p>
        </p:txBody>
      </p:sp>
      <p:sp>
        <p:nvSpPr>
          <p:cNvPr id="11" name="Shape 7"/>
          <p:cNvSpPr/>
          <p:nvPr/>
        </p:nvSpPr>
        <p:spPr>
          <a:xfrm>
            <a:off x="8432597" y="2103120"/>
            <a:ext cx="640080" cy="640080"/>
          </a:xfrm>
          <a:prstGeom prst="ellipse">
            <a:avLst/>
          </a:prstGeom>
          <a:ln w="12700">
            <a:solidFill>
              <a:srgbClr val="0F62FE"/>
            </a:solidFill>
            <a:prstDash val="solid"/>
          </a:ln>
        </p:spPr>
        <p:txBody>
          <a:bodyPr/>
          <a:lstStyle/>
          <a:p>
            <a:endParaRPr lang="fr-FR"/>
          </a:p>
        </p:txBody>
      </p:sp>
      <p:pic>
        <p:nvPicPr>
          <p:cNvPr id="12" name="Image 2" descr="assets/icons/rag.png"/>
          <p:cNvPicPr>
            <a:picLocks noChangeAspect="1"/>
          </p:cNvPicPr>
          <p:nvPr/>
        </p:nvPicPr>
        <p:blipFill>
          <a:blip r:embed="rId5"/>
          <a:stretch>
            <a:fillRect/>
          </a:stretch>
        </p:blipFill>
        <p:spPr>
          <a:xfrm>
            <a:off x="8586216" y="2256739"/>
            <a:ext cx="332842" cy="332842"/>
          </a:xfrm>
          <a:prstGeom prst="rect">
            <a:avLst/>
          </a:prstGeom>
        </p:spPr>
      </p:pic>
      <p:sp>
        <p:nvSpPr>
          <p:cNvPr id="13" name="Text 8"/>
          <p:cNvSpPr/>
          <p:nvPr/>
        </p:nvSpPr>
        <p:spPr>
          <a:xfrm>
            <a:off x="9255557" y="2130552"/>
            <a:ext cx="2387498" cy="548640"/>
          </a:xfrm>
          <a:prstGeom prst="rect">
            <a:avLst/>
          </a:prstGeom>
          <a:noFill/>
          <a:ln/>
        </p:spPr>
        <p:txBody>
          <a:bodyPr wrap="square" lIns="0" tIns="0" rIns="0" bIns="0" rtlCol="0" anchor="ctr"/>
          <a:lstStyle/>
          <a:p>
            <a:pPr marL="0" indent="0" algn="l">
              <a:buNone/>
            </a:pPr>
            <a:r>
              <a:rPr lang="en-US" sz="1600" b="1" dirty="0">
                <a:solidFill>
                  <a:srgbClr val="161616"/>
                </a:solidFill>
                <a:latin typeface="IBM Plex Sans SmBld" pitchFamily="34" charset="0"/>
                <a:ea typeface="IBM Plex Sans SmBld" pitchFamily="34" charset="-122"/>
                <a:cs typeface="IBM Plex Sans SmBld" pitchFamily="34" charset="-120"/>
              </a:rPr>
              <a:t>Documentation</a:t>
            </a:r>
            <a:endParaRPr lang="en-US" sz="1600" dirty="0"/>
          </a:p>
        </p:txBody>
      </p:sp>
      <p:sp>
        <p:nvSpPr>
          <p:cNvPr id="14" name="Text 9"/>
          <p:cNvSpPr/>
          <p:nvPr/>
        </p:nvSpPr>
        <p:spPr>
          <a:xfrm>
            <a:off x="8432597" y="2862072"/>
            <a:ext cx="3210458" cy="640080"/>
          </a:xfrm>
          <a:prstGeom prst="rect">
            <a:avLst/>
          </a:prstGeom>
          <a:noFill/>
          <a:ln/>
        </p:spPr>
        <p:txBody>
          <a:bodyPr wrap="square" lIns="0" tIns="0" rIns="0" bIns="0" rtlCol="0" anchor="t"/>
          <a:lstStyle/>
          <a:p>
            <a:pPr marL="0" indent="0" algn="l">
              <a:lnSpc>
                <a:spcPct val="120000"/>
              </a:lnSpc>
              <a:buNone/>
            </a:pPr>
            <a:r>
              <a:rPr lang="en-US" sz="1200" dirty="0">
                <a:solidFill>
                  <a:srgbClr val="525252"/>
                </a:solidFill>
                <a:latin typeface="IBM Plex Sans" pitchFamily="34" charset="0"/>
                <a:ea typeface="IBM Plex Sans" pitchFamily="34" charset="-122"/>
                <a:cs typeface="IBM Plex Sans" pitchFamily="34" charset="-120"/>
              </a:rPr>
              <a:t>SharePoint · Confluence · Box</a:t>
            </a:r>
            <a:endParaRPr lang="en-US" sz="1200" dirty="0"/>
          </a:p>
        </p:txBody>
      </p:sp>
      <p:sp>
        <p:nvSpPr>
          <p:cNvPr id="15" name="Shape 10"/>
          <p:cNvSpPr/>
          <p:nvPr/>
        </p:nvSpPr>
        <p:spPr>
          <a:xfrm>
            <a:off x="548640" y="3931920"/>
            <a:ext cx="640080" cy="640080"/>
          </a:xfrm>
          <a:prstGeom prst="ellipse">
            <a:avLst/>
          </a:prstGeom>
          <a:ln w="12700">
            <a:solidFill>
              <a:srgbClr val="0F62FE"/>
            </a:solidFill>
            <a:prstDash val="solid"/>
          </a:ln>
        </p:spPr>
        <p:txBody>
          <a:bodyPr/>
          <a:lstStyle/>
          <a:p>
            <a:endParaRPr lang="fr-FR"/>
          </a:p>
        </p:txBody>
      </p:sp>
      <p:pic>
        <p:nvPicPr>
          <p:cNvPr id="16" name="Image 3" descr="assets/icons/viz.png"/>
          <p:cNvPicPr>
            <a:picLocks noChangeAspect="1"/>
          </p:cNvPicPr>
          <p:nvPr/>
        </p:nvPicPr>
        <p:blipFill>
          <a:blip r:embed="rId6"/>
          <a:stretch>
            <a:fillRect/>
          </a:stretch>
        </p:blipFill>
        <p:spPr>
          <a:xfrm>
            <a:off x="702259" y="4085539"/>
            <a:ext cx="332842" cy="332842"/>
          </a:xfrm>
          <a:prstGeom prst="rect">
            <a:avLst/>
          </a:prstGeom>
        </p:spPr>
      </p:pic>
      <p:sp>
        <p:nvSpPr>
          <p:cNvPr id="17" name="Text 11"/>
          <p:cNvSpPr/>
          <p:nvPr/>
        </p:nvSpPr>
        <p:spPr>
          <a:xfrm>
            <a:off x="1371600" y="3959352"/>
            <a:ext cx="2387498" cy="548640"/>
          </a:xfrm>
          <a:prstGeom prst="rect">
            <a:avLst/>
          </a:prstGeom>
          <a:noFill/>
          <a:ln/>
        </p:spPr>
        <p:txBody>
          <a:bodyPr wrap="square" lIns="0" tIns="0" rIns="0" bIns="0" rtlCol="0" anchor="ctr"/>
          <a:lstStyle/>
          <a:p>
            <a:pPr marL="0" indent="0" algn="l">
              <a:buNone/>
            </a:pPr>
            <a:r>
              <a:rPr lang="en-US" sz="1600" b="1" dirty="0">
                <a:solidFill>
                  <a:srgbClr val="161616"/>
                </a:solidFill>
                <a:latin typeface="IBM Plex Sans SmBld" pitchFamily="34" charset="0"/>
                <a:ea typeface="IBM Plex Sans SmBld" pitchFamily="34" charset="-122"/>
                <a:cs typeface="IBM Plex Sans SmBld" pitchFamily="34" charset="-120"/>
              </a:rPr>
              <a:t>Décisionnel</a:t>
            </a:r>
            <a:endParaRPr lang="en-US" sz="1600" dirty="0"/>
          </a:p>
        </p:txBody>
      </p:sp>
      <p:sp>
        <p:nvSpPr>
          <p:cNvPr id="18" name="Text 12"/>
          <p:cNvSpPr/>
          <p:nvPr/>
        </p:nvSpPr>
        <p:spPr>
          <a:xfrm>
            <a:off x="548640" y="4690872"/>
            <a:ext cx="3210458" cy="640080"/>
          </a:xfrm>
          <a:prstGeom prst="rect">
            <a:avLst/>
          </a:prstGeom>
          <a:noFill/>
          <a:ln/>
        </p:spPr>
        <p:txBody>
          <a:bodyPr wrap="square" lIns="0" tIns="0" rIns="0" bIns="0" rtlCol="0" anchor="t"/>
          <a:lstStyle/>
          <a:p>
            <a:pPr marL="0" indent="0" algn="l">
              <a:lnSpc>
                <a:spcPct val="120000"/>
              </a:lnSpc>
              <a:buNone/>
            </a:pPr>
            <a:r>
              <a:rPr lang="en-US" sz="1200" dirty="0">
                <a:solidFill>
                  <a:srgbClr val="525252"/>
                </a:solidFill>
                <a:latin typeface="IBM Plex Sans" pitchFamily="34" charset="0"/>
                <a:ea typeface="IBM Plex Sans" pitchFamily="34" charset="-122"/>
                <a:cs typeface="IBM Plex Sans" pitchFamily="34" charset="-120"/>
              </a:rPr>
              <a:t>Power BI · Tableau · Cognos</a:t>
            </a:r>
            <a:endParaRPr lang="en-US" sz="1200" dirty="0"/>
          </a:p>
        </p:txBody>
      </p:sp>
      <p:sp>
        <p:nvSpPr>
          <p:cNvPr id="19" name="Shape 13"/>
          <p:cNvSpPr/>
          <p:nvPr/>
        </p:nvSpPr>
        <p:spPr>
          <a:xfrm>
            <a:off x="4490618" y="3931920"/>
            <a:ext cx="640080" cy="640080"/>
          </a:xfrm>
          <a:prstGeom prst="ellipse">
            <a:avLst/>
          </a:prstGeom>
          <a:ln w="12700">
            <a:solidFill>
              <a:srgbClr val="0F62FE"/>
            </a:solidFill>
            <a:prstDash val="solid"/>
          </a:ln>
        </p:spPr>
        <p:txBody>
          <a:bodyPr/>
          <a:lstStyle/>
          <a:p>
            <a:endParaRPr lang="fr-FR"/>
          </a:p>
        </p:txBody>
      </p:sp>
      <p:pic>
        <p:nvPicPr>
          <p:cNvPr id="20" name="Image 4" descr="assets/icons/tool.png"/>
          <p:cNvPicPr>
            <a:picLocks noChangeAspect="1"/>
          </p:cNvPicPr>
          <p:nvPr/>
        </p:nvPicPr>
        <p:blipFill>
          <a:blip r:embed="rId7"/>
          <a:stretch>
            <a:fillRect/>
          </a:stretch>
        </p:blipFill>
        <p:spPr>
          <a:xfrm>
            <a:off x="4644238" y="4085539"/>
            <a:ext cx="332842" cy="332842"/>
          </a:xfrm>
          <a:prstGeom prst="rect">
            <a:avLst/>
          </a:prstGeom>
        </p:spPr>
      </p:pic>
      <p:sp>
        <p:nvSpPr>
          <p:cNvPr id="21" name="Text 14"/>
          <p:cNvSpPr/>
          <p:nvPr/>
        </p:nvSpPr>
        <p:spPr>
          <a:xfrm>
            <a:off x="5313578" y="3959352"/>
            <a:ext cx="2387498" cy="548640"/>
          </a:xfrm>
          <a:prstGeom prst="rect">
            <a:avLst/>
          </a:prstGeom>
          <a:noFill/>
          <a:ln/>
        </p:spPr>
        <p:txBody>
          <a:bodyPr wrap="square" lIns="0" tIns="0" rIns="0" bIns="0" rtlCol="0" anchor="ctr"/>
          <a:lstStyle/>
          <a:p>
            <a:pPr marL="0" indent="0" algn="l">
              <a:buNone/>
            </a:pPr>
            <a:r>
              <a:rPr lang="en-US" sz="1600" b="1" dirty="0">
                <a:solidFill>
                  <a:srgbClr val="161616"/>
                </a:solidFill>
                <a:latin typeface="IBM Plex Sans SmBld" pitchFamily="34" charset="0"/>
                <a:ea typeface="IBM Plex Sans SmBld" pitchFamily="34" charset="-122"/>
                <a:cs typeface="IBM Plex Sans SmBld" pitchFamily="34" charset="-120"/>
              </a:rPr>
              <a:t>CMMS / FSM</a:t>
            </a:r>
            <a:endParaRPr lang="en-US" sz="1600" dirty="0"/>
          </a:p>
        </p:txBody>
      </p:sp>
      <p:sp>
        <p:nvSpPr>
          <p:cNvPr id="22" name="Text 15"/>
          <p:cNvSpPr/>
          <p:nvPr/>
        </p:nvSpPr>
        <p:spPr>
          <a:xfrm>
            <a:off x="4490618" y="4690872"/>
            <a:ext cx="3210458" cy="640080"/>
          </a:xfrm>
          <a:prstGeom prst="rect">
            <a:avLst/>
          </a:prstGeom>
          <a:noFill/>
          <a:ln/>
        </p:spPr>
        <p:txBody>
          <a:bodyPr wrap="square" lIns="0" tIns="0" rIns="0" bIns="0" rtlCol="0" anchor="t"/>
          <a:lstStyle/>
          <a:p>
            <a:pPr marL="0" indent="0" algn="l">
              <a:lnSpc>
                <a:spcPct val="120000"/>
              </a:lnSpc>
              <a:buNone/>
            </a:pPr>
            <a:r>
              <a:rPr lang="en-US" sz="1200" dirty="0">
                <a:solidFill>
                  <a:srgbClr val="525252"/>
                </a:solidFill>
                <a:latin typeface="IBM Plex Sans" pitchFamily="34" charset="0"/>
                <a:ea typeface="IBM Plex Sans" pitchFamily="34" charset="-122"/>
                <a:cs typeface="IBM Plex Sans" pitchFamily="34" charset="-120"/>
              </a:rPr>
              <a:t>Salesforce Field Service · ServiceMax</a:t>
            </a:r>
            <a:endParaRPr lang="en-US" sz="1200" dirty="0"/>
          </a:p>
        </p:txBody>
      </p:sp>
      <p:sp>
        <p:nvSpPr>
          <p:cNvPr id="23" name="Shape 16"/>
          <p:cNvSpPr/>
          <p:nvPr/>
        </p:nvSpPr>
        <p:spPr>
          <a:xfrm>
            <a:off x="8432597" y="3931920"/>
            <a:ext cx="640080" cy="640080"/>
          </a:xfrm>
          <a:prstGeom prst="ellipse">
            <a:avLst/>
          </a:prstGeom>
          <a:ln w="12700">
            <a:solidFill>
              <a:srgbClr val="0F62FE"/>
            </a:solidFill>
            <a:prstDash val="solid"/>
          </a:ln>
        </p:spPr>
        <p:txBody>
          <a:bodyPr/>
          <a:lstStyle/>
          <a:p>
            <a:endParaRPr lang="fr-FR"/>
          </a:p>
        </p:txBody>
      </p:sp>
      <p:pic>
        <p:nvPicPr>
          <p:cNvPr id="24" name="Image 5" descr="assets/icons/globe.png"/>
          <p:cNvPicPr>
            <a:picLocks noChangeAspect="1"/>
          </p:cNvPicPr>
          <p:nvPr/>
        </p:nvPicPr>
        <p:blipFill>
          <a:blip r:embed="rId8"/>
          <a:stretch>
            <a:fillRect/>
          </a:stretch>
        </p:blipFill>
        <p:spPr>
          <a:xfrm>
            <a:off x="8586216" y="4085539"/>
            <a:ext cx="332842" cy="332842"/>
          </a:xfrm>
          <a:prstGeom prst="rect">
            <a:avLst/>
          </a:prstGeom>
        </p:spPr>
      </p:pic>
      <p:sp>
        <p:nvSpPr>
          <p:cNvPr id="25" name="Text 17"/>
          <p:cNvSpPr/>
          <p:nvPr/>
        </p:nvSpPr>
        <p:spPr>
          <a:xfrm>
            <a:off x="9255557" y="3959352"/>
            <a:ext cx="2387498" cy="548640"/>
          </a:xfrm>
          <a:prstGeom prst="rect">
            <a:avLst/>
          </a:prstGeom>
          <a:noFill/>
          <a:ln/>
        </p:spPr>
        <p:txBody>
          <a:bodyPr wrap="square" lIns="0" tIns="0" rIns="0" bIns="0" rtlCol="0" anchor="ctr"/>
          <a:lstStyle/>
          <a:p>
            <a:pPr marL="0" indent="0" algn="l">
              <a:buNone/>
            </a:pPr>
            <a:r>
              <a:rPr lang="en-US" sz="1600" b="1" dirty="0">
                <a:solidFill>
                  <a:srgbClr val="161616"/>
                </a:solidFill>
                <a:latin typeface="IBM Plex Sans SmBld" pitchFamily="34" charset="0"/>
                <a:ea typeface="IBM Plex Sans SmBld" pitchFamily="34" charset="-122"/>
                <a:cs typeface="IBM Plex Sans SmBld" pitchFamily="34" charset="-120"/>
              </a:rPr>
              <a:t>IoT</a:t>
            </a:r>
            <a:endParaRPr lang="en-US" sz="1600" dirty="0"/>
          </a:p>
        </p:txBody>
      </p:sp>
      <p:sp>
        <p:nvSpPr>
          <p:cNvPr id="26" name="Text 18"/>
          <p:cNvSpPr/>
          <p:nvPr/>
        </p:nvSpPr>
        <p:spPr>
          <a:xfrm>
            <a:off x="8432597" y="4690872"/>
            <a:ext cx="3210458" cy="640080"/>
          </a:xfrm>
          <a:prstGeom prst="rect">
            <a:avLst/>
          </a:prstGeom>
          <a:noFill/>
          <a:ln/>
        </p:spPr>
        <p:txBody>
          <a:bodyPr wrap="square" lIns="0" tIns="0" rIns="0" bIns="0" rtlCol="0" anchor="t"/>
          <a:lstStyle/>
          <a:p>
            <a:pPr marL="0" indent="0" algn="l">
              <a:lnSpc>
                <a:spcPct val="120000"/>
              </a:lnSpc>
              <a:buNone/>
            </a:pPr>
            <a:r>
              <a:rPr lang="en-US" sz="1200" dirty="0">
                <a:solidFill>
                  <a:srgbClr val="525252"/>
                </a:solidFill>
                <a:latin typeface="IBM Plex Sans" pitchFamily="34" charset="0"/>
                <a:ea typeface="IBM Plex Sans" pitchFamily="34" charset="-122"/>
                <a:cs typeface="IBM Plex Sans" pitchFamily="34" charset="-120"/>
              </a:rPr>
              <a:t>Watson IoT · AWS IoT · Azure IoT</a:t>
            </a:r>
            <a:endParaRPr lang="en-US" sz="1200" dirty="0"/>
          </a:p>
        </p:txBody>
      </p:sp>
      <p:sp>
        <p:nvSpPr>
          <p:cNvPr id="27" name="Text 19"/>
          <p:cNvSpPr/>
          <p:nvPr/>
        </p:nvSpPr>
        <p:spPr>
          <a:xfrm>
            <a:off x="548640" y="5669280"/>
            <a:ext cx="11094415" cy="548640"/>
          </a:xfrm>
          <a:prstGeom prst="rect">
            <a:avLst/>
          </a:prstGeom>
          <a:noFill/>
          <a:ln/>
        </p:spPr>
        <p:txBody>
          <a:bodyPr wrap="square" lIns="0" tIns="0" rIns="0" bIns="0" rtlCol="0" anchor="t"/>
          <a:lstStyle/>
          <a:p>
            <a:pPr marL="0" indent="0" algn="ctr">
              <a:lnSpc>
                <a:spcPct val="120000"/>
              </a:lnSpc>
              <a:buNone/>
            </a:pPr>
            <a:r>
              <a:rPr lang="en-US" sz="1500" dirty="0">
                <a:solidFill>
                  <a:srgbClr val="525252"/>
                </a:solidFill>
                <a:latin typeface="IBM Plex Sans" pitchFamily="34" charset="0"/>
                <a:ea typeface="IBM Plex Sans" pitchFamily="34" charset="-122"/>
                <a:cs typeface="IBM Plex Sans" pitchFamily="34" charset="-120"/>
              </a:rPr>
              <a:t>La démo en mobilise quatre. Le même schéma tient à dix ou vingt systèmes, parce que chaque agent ne connaît jamais que le sien.</a:t>
            </a:r>
            <a:endParaRPr lang="en-US" sz="1500" dirty="0"/>
          </a:p>
        </p:txBody>
      </p:sp>
      <p:sp>
        <p:nvSpPr>
          <p:cNvPr id="28" name="Text 20"/>
          <p:cNvSpPr/>
          <p:nvPr/>
        </p:nvSpPr>
        <p:spPr>
          <a:xfrm>
            <a:off x="548640" y="6473952"/>
            <a:ext cx="4572000" cy="274320"/>
          </a:xfrm>
          <a:prstGeom prst="rect">
            <a:avLst/>
          </a:prstGeom>
          <a:noFill/>
          <a:ln/>
        </p:spPr>
        <p:txBody>
          <a:bodyPr wrap="square" lIns="0" tIns="0" rIns="0" bIns="0" rtlCol="0" anchor="ctr"/>
          <a:lstStyle/>
          <a:p>
            <a:pPr marL="0" indent="0" algn="l">
              <a:buNone/>
            </a:pPr>
            <a:r>
              <a:rPr lang="en-US" sz="800" dirty="0">
                <a:solidFill>
                  <a:srgbClr val="8D8D8D"/>
                </a:solidFill>
                <a:latin typeface="IBM Plex Sans" pitchFamily="34" charset="0"/>
                <a:ea typeface="IBM Plex Sans" pitchFamily="34" charset="-122"/>
                <a:cs typeface="IBM Plex Sans" pitchFamily="34" charset="-120"/>
              </a:rPr>
              <a:t>© 2026 IBM Corporation</a:t>
            </a:r>
            <a:endParaRPr lang="en-US" sz="800" dirty="0"/>
          </a:p>
        </p:txBody>
      </p:sp>
      <p:sp>
        <p:nvSpPr>
          <p:cNvPr id="29" name="Text 21"/>
          <p:cNvSpPr/>
          <p:nvPr/>
        </p:nvSpPr>
        <p:spPr>
          <a:xfrm>
            <a:off x="11551615" y="6473952"/>
            <a:ext cx="365760" cy="274320"/>
          </a:xfrm>
          <a:prstGeom prst="rect">
            <a:avLst/>
          </a:prstGeom>
          <a:noFill/>
          <a:ln/>
        </p:spPr>
        <p:txBody>
          <a:bodyPr wrap="square" lIns="0" tIns="0" rIns="0" bIns="0" rtlCol="0" anchor="ctr"/>
          <a:lstStyle/>
          <a:p>
            <a:pPr marL="0" indent="0" algn="r">
              <a:buNone/>
            </a:pPr>
            <a:r>
              <a:rPr lang="en-US" sz="900" dirty="0">
                <a:solidFill>
                  <a:srgbClr val="8D8D8D"/>
                </a:solidFill>
                <a:latin typeface="IBM Plex Sans" pitchFamily="34" charset="0"/>
                <a:ea typeface="IBM Plex Sans" pitchFamily="34" charset="-122"/>
                <a:cs typeface="IBM Plex Sans"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1094415" cy="1005840"/>
          </a:xfrm>
          <a:prstGeom prst="rect">
            <a:avLst/>
          </a:prstGeom>
          <a:noFill/>
          <a:ln/>
        </p:spPr>
        <p:txBody>
          <a:bodyPr wrap="square" lIns="0" tIns="0" rIns="0" bIns="0" rtlCol="0" anchor="t"/>
          <a:lstStyle/>
          <a:p>
            <a:pPr marL="0" indent="0" algn="l">
              <a:lnSpc>
                <a:spcPct val="102000"/>
              </a:lnSpc>
              <a:buNone/>
            </a:pPr>
            <a:r>
              <a:rPr lang="en-US" sz="3200" dirty="0">
                <a:solidFill>
                  <a:srgbClr val="161616"/>
                </a:solidFill>
                <a:latin typeface="IBM Plex Sans Light" pitchFamily="34" charset="0"/>
                <a:ea typeface="IBM Plex Sans Light" pitchFamily="34" charset="-122"/>
                <a:cs typeface="IBM Plex Sans Light" pitchFamily="34" charset="-120"/>
              </a:rPr>
              <a:t>Du POC à la production, en </a:t>
            </a:r>
            <a:r>
              <a:rPr lang="en-US" sz="3200" dirty="0">
                <a:solidFill>
                  <a:srgbClr val="0F62FE"/>
                </a:solidFill>
                <a:latin typeface="IBM Plex Sans Light" pitchFamily="34" charset="0"/>
                <a:ea typeface="IBM Plex Sans Light" pitchFamily="34" charset="-122"/>
                <a:cs typeface="IBM Plex Sans Light" pitchFamily="34" charset="-120"/>
              </a:rPr>
              <a:t>quelques semaines</a:t>
            </a:r>
            <a:endParaRPr lang="en-US" sz="3200" dirty="0"/>
          </a:p>
        </p:txBody>
      </p:sp>
      <p:sp>
        <p:nvSpPr>
          <p:cNvPr id="3" name="Shape 1"/>
          <p:cNvSpPr/>
          <p:nvPr/>
        </p:nvSpPr>
        <p:spPr>
          <a:xfrm>
            <a:off x="731520" y="2331720"/>
            <a:ext cx="10728655" cy="0"/>
          </a:xfrm>
          <a:prstGeom prst="line">
            <a:avLst/>
          </a:prstGeom>
          <a:noFill/>
          <a:ln w="12700">
            <a:solidFill>
              <a:srgbClr val="E0E0E0"/>
            </a:solidFill>
            <a:prstDash val="solid"/>
          </a:ln>
        </p:spPr>
        <p:txBody>
          <a:bodyPr/>
          <a:lstStyle/>
          <a:p>
            <a:endParaRPr lang="fr-FR"/>
          </a:p>
        </p:txBody>
      </p:sp>
      <p:sp>
        <p:nvSpPr>
          <p:cNvPr id="4" name="Shape 2"/>
          <p:cNvSpPr/>
          <p:nvPr/>
        </p:nvSpPr>
        <p:spPr>
          <a:xfrm>
            <a:off x="502920" y="2286000"/>
            <a:ext cx="91440" cy="91440"/>
          </a:xfrm>
          <a:prstGeom prst="ellipse">
            <a:avLst/>
          </a:prstGeom>
          <a:solidFill>
            <a:srgbClr val="0F62FE"/>
          </a:solidFill>
          <a:ln/>
        </p:spPr>
        <p:txBody>
          <a:bodyPr/>
          <a:lstStyle/>
          <a:p>
            <a:endParaRPr lang="fr-FR"/>
          </a:p>
        </p:txBody>
      </p:sp>
      <p:sp>
        <p:nvSpPr>
          <p:cNvPr id="5" name="Text 3"/>
          <p:cNvSpPr/>
          <p:nvPr/>
        </p:nvSpPr>
        <p:spPr>
          <a:xfrm>
            <a:off x="548640" y="1874520"/>
            <a:ext cx="2773604" cy="365760"/>
          </a:xfrm>
          <a:prstGeom prst="rect">
            <a:avLst/>
          </a:prstGeom>
          <a:noFill/>
          <a:ln/>
        </p:spPr>
        <p:txBody>
          <a:bodyPr wrap="square" lIns="0" tIns="0" rIns="0" bIns="0" rtlCol="0" anchor="t"/>
          <a:lstStyle/>
          <a:p>
            <a:pPr marL="0" indent="0" algn="l">
              <a:buNone/>
            </a:pPr>
            <a:r>
              <a:rPr lang="en-US" sz="2000" dirty="0">
                <a:solidFill>
                  <a:srgbClr val="C6C6C6"/>
                </a:solidFill>
                <a:latin typeface="IBM Plex Sans Light" pitchFamily="34" charset="0"/>
                <a:ea typeface="IBM Plex Sans Light" pitchFamily="34" charset="-122"/>
                <a:cs typeface="IBM Plex Sans Light" pitchFamily="34" charset="-120"/>
              </a:rPr>
              <a:t>01</a:t>
            </a:r>
            <a:endParaRPr lang="en-US" sz="2000" dirty="0"/>
          </a:p>
        </p:txBody>
      </p:sp>
      <p:sp>
        <p:nvSpPr>
          <p:cNvPr id="6" name="Text 4"/>
          <p:cNvSpPr/>
          <p:nvPr/>
        </p:nvSpPr>
        <p:spPr>
          <a:xfrm>
            <a:off x="548640" y="2560320"/>
            <a:ext cx="2499284" cy="365760"/>
          </a:xfrm>
          <a:prstGeom prst="rect">
            <a:avLst/>
          </a:prstGeom>
          <a:noFill/>
          <a:ln/>
        </p:spPr>
        <p:txBody>
          <a:bodyPr wrap="square" lIns="0" tIns="0" rIns="0" bIns="0" rtlCol="0" anchor="t"/>
          <a:lstStyle/>
          <a:p>
            <a:pPr marL="0" indent="0" algn="l">
              <a:buNone/>
            </a:pPr>
            <a:r>
              <a:rPr lang="en-US" sz="1600" b="1" dirty="0">
                <a:solidFill>
                  <a:srgbClr val="161616"/>
                </a:solidFill>
                <a:latin typeface="IBM Plex Sans SmBld" pitchFamily="34" charset="0"/>
                <a:ea typeface="IBM Plex Sans SmBld" pitchFamily="34" charset="-122"/>
                <a:cs typeface="IBM Plex Sans SmBld" pitchFamily="34" charset="-120"/>
              </a:rPr>
              <a:t>Cadrage</a:t>
            </a:r>
            <a:endParaRPr lang="en-US" sz="1600" dirty="0"/>
          </a:p>
        </p:txBody>
      </p:sp>
      <p:sp>
        <p:nvSpPr>
          <p:cNvPr id="7" name="Text 5"/>
          <p:cNvSpPr/>
          <p:nvPr/>
        </p:nvSpPr>
        <p:spPr>
          <a:xfrm>
            <a:off x="548640" y="2926080"/>
            <a:ext cx="2499284" cy="320040"/>
          </a:xfrm>
          <a:prstGeom prst="rect">
            <a:avLst/>
          </a:prstGeom>
          <a:noFill/>
          <a:ln/>
        </p:spPr>
        <p:txBody>
          <a:bodyPr wrap="square" lIns="0" tIns="0" rIns="0" bIns="0" rtlCol="0" anchor="t"/>
          <a:lstStyle/>
          <a:p>
            <a:pPr marL="0" indent="0" algn="l">
              <a:buNone/>
            </a:pPr>
            <a:r>
              <a:rPr lang="en-US" sz="1200" dirty="0">
                <a:solidFill>
                  <a:srgbClr val="0F62FE"/>
                </a:solidFill>
                <a:latin typeface="IBM Plex Sans" pitchFamily="34" charset="0"/>
                <a:ea typeface="IBM Plex Sans" pitchFamily="34" charset="-122"/>
                <a:cs typeface="IBM Plex Sans" pitchFamily="34" charset="-120"/>
              </a:rPr>
              <a:t>1 semaine</a:t>
            </a:r>
            <a:endParaRPr lang="en-US" sz="1200" dirty="0"/>
          </a:p>
        </p:txBody>
      </p:sp>
      <p:sp>
        <p:nvSpPr>
          <p:cNvPr id="8" name="Text 6"/>
          <p:cNvSpPr/>
          <p:nvPr/>
        </p:nvSpPr>
        <p:spPr>
          <a:xfrm>
            <a:off x="548640" y="3291840"/>
            <a:ext cx="2499284" cy="1005840"/>
          </a:xfrm>
          <a:prstGeom prst="rect">
            <a:avLst/>
          </a:prstGeom>
          <a:noFill/>
          <a:ln/>
        </p:spPr>
        <p:txBody>
          <a:bodyPr wrap="square" lIns="0" tIns="0" rIns="0" bIns="0" rtlCol="0" anchor="t"/>
          <a:lstStyle/>
          <a:p>
            <a:pPr marL="0" indent="0" algn="l">
              <a:lnSpc>
                <a:spcPct val="118000"/>
              </a:lnSpc>
              <a:buNone/>
            </a:pPr>
            <a:r>
              <a:rPr lang="en-US" sz="1200" dirty="0">
                <a:solidFill>
                  <a:srgbClr val="525252"/>
                </a:solidFill>
                <a:latin typeface="IBM Plex Sans" pitchFamily="34" charset="0"/>
                <a:ea typeface="IBM Plex Sans" pitchFamily="34" charset="-122"/>
                <a:cs typeface="IBM Plex Sans" pitchFamily="34" charset="-120"/>
              </a:rPr>
              <a:t>Les 2-3 cas prioritaires, les systèmes, les indicateurs</a:t>
            </a:r>
            <a:endParaRPr lang="en-US" sz="1200" dirty="0"/>
          </a:p>
        </p:txBody>
      </p:sp>
      <p:sp>
        <p:nvSpPr>
          <p:cNvPr id="9" name="Shape 7"/>
          <p:cNvSpPr/>
          <p:nvPr/>
        </p:nvSpPr>
        <p:spPr>
          <a:xfrm>
            <a:off x="3276524" y="2286000"/>
            <a:ext cx="91440" cy="91440"/>
          </a:xfrm>
          <a:prstGeom prst="ellipse">
            <a:avLst/>
          </a:prstGeom>
          <a:solidFill>
            <a:srgbClr val="0F62FE"/>
          </a:solidFill>
          <a:ln/>
        </p:spPr>
        <p:txBody>
          <a:bodyPr/>
          <a:lstStyle/>
          <a:p>
            <a:endParaRPr lang="fr-FR"/>
          </a:p>
        </p:txBody>
      </p:sp>
      <p:sp>
        <p:nvSpPr>
          <p:cNvPr id="10" name="Text 8"/>
          <p:cNvSpPr/>
          <p:nvPr/>
        </p:nvSpPr>
        <p:spPr>
          <a:xfrm>
            <a:off x="3322244" y="1874520"/>
            <a:ext cx="2773604" cy="365760"/>
          </a:xfrm>
          <a:prstGeom prst="rect">
            <a:avLst/>
          </a:prstGeom>
          <a:noFill/>
          <a:ln/>
        </p:spPr>
        <p:txBody>
          <a:bodyPr wrap="square" lIns="0" tIns="0" rIns="0" bIns="0" rtlCol="0" anchor="t"/>
          <a:lstStyle/>
          <a:p>
            <a:pPr marL="0" indent="0" algn="l">
              <a:buNone/>
            </a:pPr>
            <a:r>
              <a:rPr lang="en-US" sz="2000" dirty="0">
                <a:solidFill>
                  <a:srgbClr val="C6C6C6"/>
                </a:solidFill>
                <a:latin typeface="IBM Plex Sans Light" pitchFamily="34" charset="0"/>
                <a:ea typeface="IBM Plex Sans Light" pitchFamily="34" charset="-122"/>
                <a:cs typeface="IBM Plex Sans Light" pitchFamily="34" charset="-120"/>
              </a:rPr>
              <a:t>02</a:t>
            </a:r>
            <a:endParaRPr lang="en-US" sz="2000" dirty="0"/>
          </a:p>
        </p:txBody>
      </p:sp>
      <p:sp>
        <p:nvSpPr>
          <p:cNvPr id="11" name="Text 9"/>
          <p:cNvSpPr/>
          <p:nvPr/>
        </p:nvSpPr>
        <p:spPr>
          <a:xfrm>
            <a:off x="3322244" y="2560320"/>
            <a:ext cx="2499284" cy="365760"/>
          </a:xfrm>
          <a:prstGeom prst="rect">
            <a:avLst/>
          </a:prstGeom>
          <a:noFill/>
          <a:ln/>
        </p:spPr>
        <p:txBody>
          <a:bodyPr wrap="square" lIns="0" tIns="0" rIns="0" bIns="0" rtlCol="0" anchor="t"/>
          <a:lstStyle/>
          <a:p>
            <a:pPr marL="0" indent="0" algn="l">
              <a:buNone/>
            </a:pPr>
            <a:r>
              <a:rPr lang="en-US" sz="1600" b="1" dirty="0">
                <a:solidFill>
                  <a:srgbClr val="161616"/>
                </a:solidFill>
                <a:latin typeface="IBM Plex Sans SmBld" pitchFamily="34" charset="0"/>
                <a:ea typeface="IBM Plex Sans SmBld" pitchFamily="34" charset="-122"/>
                <a:cs typeface="IBM Plex Sans SmBld" pitchFamily="34" charset="-120"/>
              </a:rPr>
              <a:t>POC</a:t>
            </a:r>
            <a:endParaRPr lang="en-US" sz="1600" dirty="0"/>
          </a:p>
        </p:txBody>
      </p:sp>
      <p:sp>
        <p:nvSpPr>
          <p:cNvPr id="12" name="Text 10"/>
          <p:cNvSpPr/>
          <p:nvPr/>
        </p:nvSpPr>
        <p:spPr>
          <a:xfrm>
            <a:off x="3322244" y="2926080"/>
            <a:ext cx="2499284" cy="320040"/>
          </a:xfrm>
          <a:prstGeom prst="rect">
            <a:avLst/>
          </a:prstGeom>
          <a:noFill/>
          <a:ln/>
        </p:spPr>
        <p:txBody>
          <a:bodyPr wrap="square" lIns="0" tIns="0" rIns="0" bIns="0" rtlCol="0" anchor="t"/>
          <a:lstStyle/>
          <a:p>
            <a:pPr marL="0" indent="0" algn="l">
              <a:buNone/>
            </a:pPr>
            <a:r>
              <a:rPr lang="en-US" sz="1200" dirty="0">
                <a:solidFill>
                  <a:srgbClr val="0F62FE"/>
                </a:solidFill>
                <a:latin typeface="IBM Plex Sans" pitchFamily="34" charset="0"/>
                <a:ea typeface="IBM Plex Sans" pitchFamily="34" charset="-122"/>
                <a:cs typeface="IBM Plex Sans" pitchFamily="34" charset="-120"/>
              </a:rPr>
              <a:t>3-4 semaines</a:t>
            </a:r>
            <a:endParaRPr lang="en-US" sz="1200" dirty="0"/>
          </a:p>
        </p:txBody>
      </p:sp>
      <p:sp>
        <p:nvSpPr>
          <p:cNvPr id="13" name="Text 11"/>
          <p:cNvSpPr/>
          <p:nvPr/>
        </p:nvSpPr>
        <p:spPr>
          <a:xfrm>
            <a:off x="3322244" y="3291840"/>
            <a:ext cx="2499284" cy="1005840"/>
          </a:xfrm>
          <a:prstGeom prst="rect">
            <a:avLst/>
          </a:prstGeom>
          <a:noFill/>
          <a:ln/>
        </p:spPr>
        <p:txBody>
          <a:bodyPr wrap="square" lIns="0" tIns="0" rIns="0" bIns="0" rtlCol="0" anchor="t"/>
          <a:lstStyle/>
          <a:p>
            <a:pPr marL="0" indent="0" algn="l">
              <a:lnSpc>
                <a:spcPct val="118000"/>
              </a:lnSpc>
              <a:buNone/>
            </a:pPr>
            <a:r>
              <a:rPr lang="en-US" sz="1200" dirty="0">
                <a:solidFill>
                  <a:srgbClr val="525252"/>
                </a:solidFill>
                <a:latin typeface="IBM Plex Sans" pitchFamily="34" charset="0"/>
                <a:ea typeface="IBM Plex Sans" pitchFamily="34" charset="-122"/>
                <a:cs typeface="IBM Plex Sans" pitchFamily="34" charset="-120"/>
              </a:rPr>
              <a:t>Un bout-en-bout sur votre environnement et vos données</a:t>
            </a:r>
            <a:endParaRPr lang="en-US" sz="1200" dirty="0"/>
          </a:p>
        </p:txBody>
      </p:sp>
      <p:sp>
        <p:nvSpPr>
          <p:cNvPr id="14" name="Shape 12"/>
          <p:cNvSpPr/>
          <p:nvPr/>
        </p:nvSpPr>
        <p:spPr>
          <a:xfrm>
            <a:off x="6050128" y="2286000"/>
            <a:ext cx="91440" cy="91440"/>
          </a:xfrm>
          <a:prstGeom prst="ellipse">
            <a:avLst/>
          </a:prstGeom>
          <a:solidFill>
            <a:srgbClr val="0F62FE"/>
          </a:solidFill>
          <a:ln/>
        </p:spPr>
        <p:txBody>
          <a:bodyPr/>
          <a:lstStyle/>
          <a:p>
            <a:endParaRPr lang="fr-FR"/>
          </a:p>
        </p:txBody>
      </p:sp>
      <p:sp>
        <p:nvSpPr>
          <p:cNvPr id="15" name="Text 13"/>
          <p:cNvSpPr/>
          <p:nvPr/>
        </p:nvSpPr>
        <p:spPr>
          <a:xfrm>
            <a:off x="6095848" y="1874520"/>
            <a:ext cx="2773604" cy="365760"/>
          </a:xfrm>
          <a:prstGeom prst="rect">
            <a:avLst/>
          </a:prstGeom>
          <a:noFill/>
          <a:ln/>
        </p:spPr>
        <p:txBody>
          <a:bodyPr wrap="square" lIns="0" tIns="0" rIns="0" bIns="0" rtlCol="0" anchor="t"/>
          <a:lstStyle/>
          <a:p>
            <a:pPr marL="0" indent="0" algn="l">
              <a:buNone/>
            </a:pPr>
            <a:r>
              <a:rPr lang="en-US" sz="2000" dirty="0">
                <a:solidFill>
                  <a:srgbClr val="C6C6C6"/>
                </a:solidFill>
                <a:latin typeface="IBM Plex Sans Light" pitchFamily="34" charset="0"/>
                <a:ea typeface="IBM Plex Sans Light" pitchFamily="34" charset="-122"/>
                <a:cs typeface="IBM Plex Sans Light" pitchFamily="34" charset="-120"/>
              </a:rPr>
              <a:t>03</a:t>
            </a:r>
            <a:endParaRPr lang="en-US" sz="2000" dirty="0"/>
          </a:p>
        </p:txBody>
      </p:sp>
      <p:sp>
        <p:nvSpPr>
          <p:cNvPr id="16" name="Text 14"/>
          <p:cNvSpPr/>
          <p:nvPr/>
        </p:nvSpPr>
        <p:spPr>
          <a:xfrm>
            <a:off x="6095848" y="2560320"/>
            <a:ext cx="2499284" cy="365760"/>
          </a:xfrm>
          <a:prstGeom prst="rect">
            <a:avLst/>
          </a:prstGeom>
          <a:noFill/>
          <a:ln/>
        </p:spPr>
        <p:txBody>
          <a:bodyPr wrap="square" lIns="0" tIns="0" rIns="0" bIns="0" rtlCol="0" anchor="t"/>
          <a:lstStyle/>
          <a:p>
            <a:pPr marL="0" indent="0" algn="l">
              <a:buNone/>
            </a:pPr>
            <a:r>
              <a:rPr lang="en-US" sz="1600" b="1" dirty="0">
                <a:solidFill>
                  <a:srgbClr val="161616"/>
                </a:solidFill>
                <a:latin typeface="IBM Plex Sans SmBld" pitchFamily="34" charset="0"/>
                <a:ea typeface="IBM Plex Sans SmBld" pitchFamily="34" charset="-122"/>
                <a:cs typeface="IBM Plex Sans SmBld" pitchFamily="34" charset="-120"/>
              </a:rPr>
              <a:t>Pilote</a:t>
            </a:r>
            <a:endParaRPr lang="en-US" sz="1600" dirty="0"/>
          </a:p>
        </p:txBody>
      </p:sp>
      <p:sp>
        <p:nvSpPr>
          <p:cNvPr id="17" name="Text 15"/>
          <p:cNvSpPr/>
          <p:nvPr/>
        </p:nvSpPr>
        <p:spPr>
          <a:xfrm>
            <a:off x="6095848" y="2926080"/>
            <a:ext cx="2499284" cy="320040"/>
          </a:xfrm>
          <a:prstGeom prst="rect">
            <a:avLst/>
          </a:prstGeom>
          <a:noFill/>
          <a:ln/>
        </p:spPr>
        <p:txBody>
          <a:bodyPr wrap="square" lIns="0" tIns="0" rIns="0" bIns="0" rtlCol="0" anchor="t"/>
          <a:lstStyle/>
          <a:p>
            <a:pPr marL="0" indent="0" algn="l">
              <a:buNone/>
            </a:pPr>
            <a:r>
              <a:rPr lang="en-US" sz="1200" dirty="0">
                <a:solidFill>
                  <a:srgbClr val="0F62FE"/>
                </a:solidFill>
                <a:latin typeface="IBM Plex Sans" pitchFamily="34" charset="0"/>
                <a:ea typeface="IBM Plex Sans" pitchFamily="34" charset="-122"/>
                <a:cs typeface="IBM Plex Sans" pitchFamily="34" charset="-120"/>
              </a:rPr>
              <a:t>6-8 semaines</a:t>
            </a:r>
            <a:endParaRPr lang="en-US" sz="1200" dirty="0"/>
          </a:p>
        </p:txBody>
      </p:sp>
      <p:sp>
        <p:nvSpPr>
          <p:cNvPr id="18" name="Text 16"/>
          <p:cNvSpPr/>
          <p:nvPr/>
        </p:nvSpPr>
        <p:spPr>
          <a:xfrm>
            <a:off x="6095848" y="3291840"/>
            <a:ext cx="2499284" cy="1005840"/>
          </a:xfrm>
          <a:prstGeom prst="rect">
            <a:avLst/>
          </a:prstGeom>
          <a:noFill/>
          <a:ln/>
        </p:spPr>
        <p:txBody>
          <a:bodyPr wrap="square" lIns="0" tIns="0" rIns="0" bIns="0" rtlCol="0" anchor="t"/>
          <a:lstStyle/>
          <a:p>
            <a:pPr marL="0" indent="0" algn="l">
              <a:lnSpc>
                <a:spcPct val="118000"/>
              </a:lnSpc>
              <a:buNone/>
            </a:pPr>
            <a:r>
              <a:rPr lang="en-US" sz="1200" dirty="0">
                <a:solidFill>
                  <a:srgbClr val="525252"/>
                </a:solidFill>
                <a:latin typeface="IBM Plex Sans" pitchFamily="34" charset="0"/>
                <a:ea typeface="IBM Plex Sans" pitchFamily="34" charset="-122"/>
                <a:cs typeface="IBM Plex Sans" pitchFamily="34" charset="-120"/>
              </a:rPr>
              <a:t>Un déploiement encadré sur un site, ROI mesuré</a:t>
            </a:r>
            <a:endParaRPr lang="en-US" sz="1200" dirty="0"/>
          </a:p>
        </p:txBody>
      </p:sp>
      <p:sp>
        <p:nvSpPr>
          <p:cNvPr id="19" name="Shape 17"/>
          <p:cNvSpPr/>
          <p:nvPr/>
        </p:nvSpPr>
        <p:spPr>
          <a:xfrm>
            <a:off x="8823731" y="2286000"/>
            <a:ext cx="91440" cy="91440"/>
          </a:xfrm>
          <a:prstGeom prst="ellipse">
            <a:avLst/>
          </a:prstGeom>
          <a:solidFill>
            <a:srgbClr val="0F62FE"/>
          </a:solidFill>
          <a:ln/>
        </p:spPr>
        <p:txBody>
          <a:bodyPr/>
          <a:lstStyle/>
          <a:p>
            <a:endParaRPr lang="fr-FR"/>
          </a:p>
        </p:txBody>
      </p:sp>
      <p:sp>
        <p:nvSpPr>
          <p:cNvPr id="20" name="Text 18"/>
          <p:cNvSpPr/>
          <p:nvPr/>
        </p:nvSpPr>
        <p:spPr>
          <a:xfrm>
            <a:off x="8869451" y="1874520"/>
            <a:ext cx="2773604" cy="365760"/>
          </a:xfrm>
          <a:prstGeom prst="rect">
            <a:avLst/>
          </a:prstGeom>
          <a:noFill/>
          <a:ln/>
        </p:spPr>
        <p:txBody>
          <a:bodyPr wrap="square" lIns="0" tIns="0" rIns="0" bIns="0" rtlCol="0" anchor="t"/>
          <a:lstStyle/>
          <a:p>
            <a:pPr marL="0" indent="0" algn="l">
              <a:buNone/>
            </a:pPr>
            <a:r>
              <a:rPr lang="en-US" sz="2000" dirty="0">
                <a:solidFill>
                  <a:srgbClr val="C6C6C6"/>
                </a:solidFill>
                <a:latin typeface="IBM Plex Sans Light" pitchFamily="34" charset="0"/>
                <a:ea typeface="IBM Plex Sans Light" pitchFamily="34" charset="-122"/>
                <a:cs typeface="IBM Plex Sans Light" pitchFamily="34" charset="-120"/>
              </a:rPr>
              <a:t>04</a:t>
            </a:r>
            <a:endParaRPr lang="en-US" sz="2000" dirty="0"/>
          </a:p>
        </p:txBody>
      </p:sp>
      <p:sp>
        <p:nvSpPr>
          <p:cNvPr id="21" name="Text 19"/>
          <p:cNvSpPr/>
          <p:nvPr/>
        </p:nvSpPr>
        <p:spPr>
          <a:xfrm>
            <a:off x="8869451" y="2560320"/>
            <a:ext cx="2499284" cy="365760"/>
          </a:xfrm>
          <a:prstGeom prst="rect">
            <a:avLst/>
          </a:prstGeom>
          <a:noFill/>
          <a:ln/>
        </p:spPr>
        <p:txBody>
          <a:bodyPr wrap="square" lIns="0" tIns="0" rIns="0" bIns="0" rtlCol="0" anchor="t"/>
          <a:lstStyle/>
          <a:p>
            <a:pPr marL="0" indent="0" algn="l">
              <a:buNone/>
            </a:pPr>
            <a:r>
              <a:rPr lang="en-US" sz="1600" b="1" dirty="0">
                <a:solidFill>
                  <a:srgbClr val="161616"/>
                </a:solidFill>
                <a:latin typeface="IBM Plex Sans SmBld" pitchFamily="34" charset="0"/>
                <a:ea typeface="IBM Plex Sans SmBld" pitchFamily="34" charset="-122"/>
                <a:cs typeface="IBM Plex Sans SmBld" pitchFamily="34" charset="-120"/>
              </a:rPr>
              <a:t>Déploiement</a:t>
            </a:r>
            <a:endParaRPr lang="en-US" sz="1600" dirty="0"/>
          </a:p>
        </p:txBody>
      </p:sp>
      <p:sp>
        <p:nvSpPr>
          <p:cNvPr id="22" name="Text 20"/>
          <p:cNvSpPr/>
          <p:nvPr/>
        </p:nvSpPr>
        <p:spPr>
          <a:xfrm>
            <a:off x="8869451" y="2926080"/>
            <a:ext cx="2499284" cy="320040"/>
          </a:xfrm>
          <a:prstGeom prst="rect">
            <a:avLst/>
          </a:prstGeom>
          <a:noFill/>
          <a:ln/>
        </p:spPr>
        <p:txBody>
          <a:bodyPr wrap="square" lIns="0" tIns="0" rIns="0" bIns="0" rtlCol="0" anchor="t"/>
          <a:lstStyle/>
          <a:p>
            <a:pPr marL="0" indent="0" algn="l">
              <a:buNone/>
            </a:pPr>
            <a:r>
              <a:rPr lang="en-US" sz="1200" dirty="0">
                <a:solidFill>
                  <a:srgbClr val="0F62FE"/>
                </a:solidFill>
                <a:latin typeface="IBM Plex Sans" pitchFamily="34" charset="0"/>
                <a:ea typeface="IBM Plex Sans" pitchFamily="34" charset="-122"/>
                <a:cs typeface="IBM Plex Sans" pitchFamily="34" charset="-120"/>
              </a:rPr>
              <a:t>au trimestre</a:t>
            </a:r>
            <a:endParaRPr lang="en-US" sz="1200" dirty="0"/>
          </a:p>
        </p:txBody>
      </p:sp>
      <p:sp>
        <p:nvSpPr>
          <p:cNvPr id="23" name="Text 21"/>
          <p:cNvSpPr/>
          <p:nvPr/>
        </p:nvSpPr>
        <p:spPr>
          <a:xfrm>
            <a:off x="8869451" y="3291840"/>
            <a:ext cx="2499284" cy="1005840"/>
          </a:xfrm>
          <a:prstGeom prst="rect">
            <a:avLst/>
          </a:prstGeom>
          <a:noFill/>
          <a:ln/>
        </p:spPr>
        <p:txBody>
          <a:bodyPr wrap="square" lIns="0" tIns="0" rIns="0" bIns="0" rtlCol="0" anchor="t"/>
          <a:lstStyle/>
          <a:p>
            <a:pPr marL="0" indent="0" algn="l">
              <a:lnSpc>
                <a:spcPct val="118000"/>
              </a:lnSpc>
              <a:buNone/>
            </a:pPr>
            <a:r>
              <a:rPr lang="en-US" sz="1200" dirty="0">
                <a:solidFill>
                  <a:srgbClr val="525252"/>
                </a:solidFill>
                <a:latin typeface="IBM Plex Sans" pitchFamily="34" charset="0"/>
                <a:ea typeface="IBM Plex Sans" pitchFamily="34" charset="-122"/>
                <a:cs typeface="IBM Plex Sans" pitchFamily="34" charset="-120"/>
              </a:rPr>
              <a:t>Site par site, nouveaux cas au fil de l'eau</a:t>
            </a:r>
            <a:endParaRPr lang="en-US" sz="1200" dirty="0"/>
          </a:p>
        </p:txBody>
      </p:sp>
      <p:sp>
        <p:nvSpPr>
          <p:cNvPr id="24" name="Text 22"/>
          <p:cNvSpPr/>
          <p:nvPr/>
        </p:nvSpPr>
        <p:spPr>
          <a:xfrm>
            <a:off x="548640" y="4434840"/>
            <a:ext cx="11094415" cy="457200"/>
          </a:xfrm>
          <a:prstGeom prst="rect">
            <a:avLst/>
          </a:prstGeom>
          <a:noFill/>
          <a:ln/>
        </p:spPr>
        <p:txBody>
          <a:bodyPr wrap="square" lIns="0" tIns="0" rIns="0" bIns="0" rtlCol="0" anchor="ctr"/>
          <a:lstStyle/>
          <a:p>
            <a:pPr marL="0" indent="0" algn="l">
              <a:buNone/>
            </a:pPr>
            <a:r>
              <a:rPr lang="en-US" sz="2200" dirty="0">
                <a:solidFill>
                  <a:srgbClr val="161616"/>
                </a:solidFill>
                <a:latin typeface="IBM Plex Sans Light" pitchFamily="34" charset="0"/>
                <a:ea typeface="IBM Plex Sans Light" pitchFamily="34" charset="-122"/>
                <a:cs typeface="IBM Plex Sans Light" pitchFamily="34" charset="-120"/>
              </a:rPr>
              <a:t>Et pour commencer</a:t>
            </a:r>
            <a:endParaRPr lang="en-US" sz="2200" dirty="0"/>
          </a:p>
        </p:txBody>
      </p:sp>
      <p:sp>
        <p:nvSpPr>
          <p:cNvPr id="25" name="Shape 23"/>
          <p:cNvSpPr/>
          <p:nvPr/>
        </p:nvSpPr>
        <p:spPr>
          <a:xfrm>
            <a:off x="548640" y="5029200"/>
            <a:ext cx="548640" cy="548640"/>
          </a:xfrm>
          <a:prstGeom prst="ellipse">
            <a:avLst/>
          </a:prstGeom>
          <a:ln w="12700">
            <a:solidFill>
              <a:srgbClr val="0F62FE"/>
            </a:solidFill>
            <a:prstDash val="solid"/>
          </a:ln>
        </p:spPr>
        <p:txBody>
          <a:bodyPr/>
          <a:lstStyle/>
          <a:p>
            <a:endParaRPr lang="fr-FR"/>
          </a:p>
        </p:txBody>
      </p:sp>
      <p:pic>
        <p:nvPicPr>
          <p:cNvPr id="26" name="Image 0" descr="assets/icons/search.png"/>
          <p:cNvPicPr>
            <a:picLocks noChangeAspect="1"/>
          </p:cNvPicPr>
          <p:nvPr/>
        </p:nvPicPr>
        <p:blipFill>
          <a:blip r:embed="rId3"/>
          <a:stretch>
            <a:fillRect/>
          </a:stretch>
        </p:blipFill>
        <p:spPr>
          <a:xfrm>
            <a:off x="680314" y="5160874"/>
            <a:ext cx="285293" cy="285293"/>
          </a:xfrm>
          <a:prstGeom prst="rect">
            <a:avLst/>
          </a:prstGeom>
        </p:spPr>
      </p:pic>
      <p:sp>
        <p:nvSpPr>
          <p:cNvPr id="27" name="Text 24"/>
          <p:cNvSpPr/>
          <p:nvPr/>
        </p:nvSpPr>
        <p:spPr>
          <a:xfrm>
            <a:off x="1234440" y="5056632"/>
            <a:ext cx="2646578" cy="502920"/>
          </a:xfrm>
          <a:prstGeom prst="rect">
            <a:avLst/>
          </a:prstGeom>
          <a:noFill/>
          <a:ln/>
        </p:spPr>
        <p:txBody>
          <a:bodyPr wrap="square" lIns="0" tIns="0" rIns="0" bIns="0" rtlCol="0" anchor="ctr"/>
          <a:lstStyle/>
          <a:p>
            <a:pPr marL="0" indent="0" algn="l">
              <a:buNone/>
            </a:pPr>
            <a:r>
              <a:rPr lang="en-US" sz="1500" b="1" dirty="0">
                <a:solidFill>
                  <a:srgbClr val="161616"/>
                </a:solidFill>
                <a:latin typeface="IBM Plex Sans SmBld" pitchFamily="34" charset="0"/>
                <a:ea typeface="IBM Plex Sans SmBld" pitchFamily="34" charset="-122"/>
                <a:cs typeface="IBM Plex Sans SmBld" pitchFamily="34" charset="-120"/>
              </a:rPr>
              <a:t>Un atelier de découverte</a:t>
            </a:r>
            <a:endParaRPr lang="en-US" sz="1500" dirty="0"/>
          </a:p>
        </p:txBody>
      </p:sp>
      <p:sp>
        <p:nvSpPr>
          <p:cNvPr id="28" name="Text 25"/>
          <p:cNvSpPr/>
          <p:nvPr/>
        </p:nvSpPr>
        <p:spPr>
          <a:xfrm>
            <a:off x="548640" y="5623560"/>
            <a:ext cx="3332378" cy="457200"/>
          </a:xfrm>
          <a:prstGeom prst="rect">
            <a:avLst/>
          </a:prstGeom>
          <a:noFill/>
          <a:ln/>
        </p:spPr>
        <p:txBody>
          <a:bodyPr wrap="square" lIns="0" tIns="0" rIns="0" bIns="0" rtlCol="0" anchor="t"/>
          <a:lstStyle/>
          <a:p>
            <a:pPr marL="0" indent="0" algn="l">
              <a:lnSpc>
                <a:spcPct val="112000"/>
              </a:lnSpc>
              <a:buNone/>
            </a:pPr>
            <a:r>
              <a:rPr lang="en-US" sz="1200" dirty="0">
                <a:solidFill>
                  <a:srgbClr val="525252"/>
                </a:solidFill>
                <a:latin typeface="IBM Plex Sans" pitchFamily="34" charset="0"/>
                <a:ea typeface="IBM Plex Sans" pitchFamily="34" charset="-122"/>
                <a:cs typeface="IBM Plex Sans" pitchFamily="34" charset="-120"/>
              </a:rPr>
              <a:t>2 h en visio pour cadrer vos cas d'usage</a:t>
            </a:r>
            <a:endParaRPr lang="en-US" sz="1200" dirty="0"/>
          </a:p>
        </p:txBody>
      </p:sp>
      <p:sp>
        <p:nvSpPr>
          <p:cNvPr id="29" name="Text 26"/>
          <p:cNvSpPr/>
          <p:nvPr/>
        </p:nvSpPr>
        <p:spPr>
          <a:xfrm>
            <a:off x="548640" y="6062472"/>
            <a:ext cx="3332378" cy="320040"/>
          </a:xfrm>
          <a:prstGeom prst="rect">
            <a:avLst/>
          </a:prstGeom>
          <a:noFill/>
          <a:ln/>
        </p:spPr>
        <p:txBody>
          <a:bodyPr wrap="square" lIns="0" tIns="0" rIns="0" bIns="0" rtlCol="0" anchor="t"/>
          <a:lstStyle/>
          <a:p>
            <a:pPr marL="0" indent="0" algn="l">
              <a:buNone/>
            </a:pPr>
            <a:r>
              <a:rPr lang="en-US" sz="1200" b="1" dirty="0">
                <a:solidFill>
                  <a:srgbClr val="0F62FE"/>
                </a:solidFill>
                <a:latin typeface="IBM Plex Sans SmBld" pitchFamily="34" charset="0"/>
                <a:ea typeface="IBM Plex Sans SmBld" pitchFamily="34" charset="-122"/>
                <a:cs typeface="IBM Plex Sans SmBld" pitchFamily="34" charset="-120"/>
              </a:rPr>
              <a:t>Sans engagement</a:t>
            </a:r>
            <a:endParaRPr lang="en-US" sz="1200" dirty="0"/>
          </a:p>
        </p:txBody>
      </p:sp>
      <p:sp>
        <p:nvSpPr>
          <p:cNvPr id="30" name="Shape 27"/>
          <p:cNvSpPr/>
          <p:nvPr/>
        </p:nvSpPr>
        <p:spPr>
          <a:xfrm>
            <a:off x="4155338" y="5074920"/>
            <a:ext cx="0" cy="1143000"/>
          </a:xfrm>
          <a:prstGeom prst="line">
            <a:avLst/>
          </a:prstGeom>
          <a:noFill/>
          <a:ln w="12700">
            <a:solidFill>
              <a:srgbClr val="E0E0E0"/>
            </a:solidFill>
            <a:prstDash val="solid"/>
          </a:ln>
        </p:spPr>
        <p:txBody>
          <a:bodyPr/>
          <a:lstStyle/>
          <a:p>
            <a:endParaRPr lang="fr-FR"/>
          </a:p>
        </p:txBody>
      </p:sp>
      <p:sp>
        <p:nvSpPr>
          <p:cNvPr id="31" name="Shape 28"/>
          <p:cNvSpPr/>
          <p:nvPr/>
        </p:nvSpPr>
        <p:spPr>
          <a:xfrm>
            <a:off x="4429658" y="5029200"/>
            <a:ext cx="548640" cy="548640"/>
          </a:xfrm>
          <a:prstGeom prst="ellipse">
            <a:avLst/>
          </a:prstGeom>
          <a:ln w="12700">
            <a:solidFill>
              <a:srgbClr val="0F62FE"/>
            </a:solidFill>
            <a:prstDash val="solid"/>
          </a:ln>
        </p:spPr>
        <p:txBody>
          <a:bodyPr/>
          <a:lstStyle/>
          <a:p>
            <a:endParaRPr lang="fr-FR"/>
          </a:p>
        </p:txBody>
      </p:sp>
      <p:pic>
        <p:nvPicPr>
          <p:cNvPr id="32" name="Image 1" descr="assets/icons/monitor.png"/>
          <p:cNvPicPr>
            <a:picLocks noChangeAspect="1"/>
          </p:cNvPicPr>
          <p:nvPr/>
        </p:nvPicPr>
        <p:blipFill>
          <a:blip r:embed="rId4"/>
          <a:stretch>
            <a:fillRect/>
          </a:stretch>
        </p:blipFill>
        <p:spPr>
          <a:xfrm>
            <a:off x="4561332" y="5160874"/>
            <a:ext cx="285293" cy="285293"/>
          </a:xfrm>
          <a:prstGeom prst="rect">
            <a:avLst/>
          </a:prstGeom>
        </p:spPr>
      </p:pic>
      <p:sp>
        <p:nvSpPr>
          <p:cNvPr id="33" name="Text 29"/>
          <p:cNvSpPr/>
          <p:nvPr/>
        </p:nvSpPr>
        <p:spPr>
          <a:xfrm>
            <a:off x="5115458" y="5056632"/>
            <a:ext cx="2646578" cy="502920"/>
          </a:xfrm>
          <a:prstGeom prst="rect">
            <a:avLst/>
          </a:prstGeom>
          <a:noFill/>
          <a:ln/>
        </p:spPr>
        <p:txBody>
          <a:bodyPr wrap="square" lIns="0" tIns="0" rIns="0" bIns="0" rtlCol="0" anchor="ctr"/>
          <a:lstStyle/>
          <a:p>
            <a:pPr marL="0" indent="0" algn="l">
              <a:buNone/>
            </a:pPr>
            <a:r>
              <a:rPr lang="en-US" sz="1500" b="1" dirty="0">
                <a:solidFill>
                  <a:srgbClr val="161616"/>
                </a:solidFill>
                <a:latin typeface="IBM Plex Sans SmBld" pitchFamily="34" charset="0"/>
                <a:ea typeface="IBM Plex Sans SmBld" pitchFamily="34" charset="-122"/>
                <a:cs typeface="IBM Plex Sans SmBld" pitchFamily="34" charset="-120"/>
              </a:rPr>
              <a:t>Une démo sur mesure</a:t>
            </a:r>
            <a:endParaRPr lang="en-US" sz="1500" dirty="0"/>
          </a:p>
        </p:txBody>
      </p:sp>
      <p:sp>
        <p:nvSpPr>
          <p:cNvPr id="34" name="Text 30"/>
          <p:cNvSpPr/>
          <p:nvPr/>
        </p:nvSpPr>
        <p:spPr>
          <a:xfrm>
            <a:off x="4429658" y="5623560"/>
            <a:ext cx="3332378" cy="457200"/>
          </a:xfrm>
          <a:prstGeom prst="rect">
            <a:avLst/>
          </a:prstGeom>
          <a:noFill/>
          <a:ln/>
        </p:spPr>
        <p:txBody>
          <a:bodyPr wrap="square" lIns="0" tIns="0" rIns="0" bIns="0" rtlCol="0" anchor="t"/>
          <a:lstStyle/>
          <a:p>
            <a:pPr marL="0" indent="0" algn="l">
              <a:lnSpc>
                <a:spcPct val="112000"/>
              </a:lnSpc>
              <a:buNone/>
            </a:pPr>
            <a:r>
              <a:rPr lang="en-US" sz="1200" dirty="0">
                <a:solidFill>
                  <a:srgbClr val="525252"/>
                </a:solidFill>
                <a:latin typeface="IBM Plex Sans" pitchFamily="34" charset="0"/>
                <a:ea typeface="IBM Plex Sans" pitchFamily="34" charset="-122"/>
                <a:cs typeface="IBM Plex Sans" pitchFamily="34" charset="-120"/>
              </a:rPr>
              <a:t>La démo adaptée à votre contexte</a:t>
            </a:r>
            <a:endParaRPr lang="en-US" sz="1200" dirty="0"/>
          </a:p>
        </p:txBody>
      </p:sp>
      <p:sp>
        <p:nvSpPr>
          <p:cNvPr id="35" name="Text 31"/>
          <p:cNvSpPr/>
          <p:nvPr/>
        </p:nvSpPr>
        <p:spPr>
          <a:xfrm>
            <a:off x="4429658" y="6062472"/>
            <a:ext cx="3332378" cy="320040"/>
          </a:xfrm>
          <a:prstGeom prst="rect">
            <a:avLst/>
          </a:prstGeom>
          <a:noFill/>
          <a:ln/>
        </p:spPr>
        <p:txBody>
          <a:bodyPr wrap="square" lIns="0" tIns="0" rIns="0" bIns="0" rtlCol="0" anchor="t"/>
          <a:lstStyle/>
          <a:p>
            <a:pPr marL="0" indent="0" algn="l">
              <a:buNone/>
            </a:pPr>
            <a:r>
              <a:rPr lang="en-US" sz="1200" b="1" dirty="0">
                <a:solidFill>
                  <a:srgbClr val="0F62FE"/>
                </a:solidFill>
                <a:latin typeface="IBM Plex Sans SmBld" pitchFamily="34" charset="0"/>
                <a:ea typeface="IBM Plex Sans SmBld" pitchFamily="34" charset="-122"/>
                <a:cs typeface="IBM Plex Sans SmBld" pitchFamily="34" charset="-120"/>
              </a:rPr>
              <a:t>Cadrage en 1 semaine</a:t>
            </a:r>
            <a:endParaRPr lang="en-US" sz="1200" dirty="0"/>
          </a:p>
        </p:txBody>
      </p:sp>
      <p:sp>
        <p:nvSpPr>
          <p:cNvPr id="36" name="Shape 32"/>
          <p:cNvSpPr/>
          <p:nvPr/>
        </p:nvSpPr>
        <p:spPr>
          <a:xfrm>
            <a:off x="8036357" y="5074920"/>
            <a:ext cx="0" cy="1143000"/>
          </a:xfrm>
          <a:prstGeom prst="line">
            <a:avLst/>
          </a:prstGeom>
          <a:noFill/>
          <a:ln w="12700">
            <a:solidFill>
              <a:srgbClr val="E0E0E0"/>
            </a:solidFill>
            <a:prstDash val="solid"/>
          </a:ln>
        </p:spPr>
        <p:txBody>
          <a:bodyPr/>
          <a:lstStyle/>
          <a:p>
            <a:endParaRPr lang="fr-FR"/>
          </a:p>
        </p:txBody>
      </p:sp>
      <p:sp>
        <p:nvSpPr>
          <p:cNvPr id="37" name="Shape 33"/>
          <p:cNvSpPr/>
          <p:nvPr/>
        </p:nvSpPr>
        <p:spPr>
          <a:xfrm>
            <a:off x="8310677" y="5029200"/>
            <a:ext cx="548640" cy="548640"/>
          </a:xfrm>
          <a:prstGeom prst="ellipse">
            <a:avLst/>
          </a:prstGeom>
          <a:ln w="12700">
            <a:solidFill>
              <a:srgbClr val="0F62FE"/>
            </a:solidFill>
            <a:prstDash val="solid"/>
          </a:ln>
        </p:spPr>
        <p:txBody>
          <a:bodyPr/>
          <a:lstStyle/>
          <a:p>
            <a:endParaRPr lang="fr-FR"/>
          </a:p>
        </p:txBody>
      </p:sp>
      <p:pic>
        <p:nvPicPr>
          <p:cNvPr id="38" name="Image 2" descr="assets/icons/target.png"/>
          <p:cNvPicPr>
            <a:picLocks noChangeAspect="1"/>
          </p:cNvPicPr>
          <p:nvPr/>
        </p:nvPicPr>
        <p:blipFill>
          <a:blip r:embed="rId5"/>
          <a:stretch>
            <a:fillRect/>
          </a:stretch>
        </p:blipFill>
        <p:spPr>
          <a:xfrm>
            <a:off x="8442350" y="5160874"/>
            <a:ext cx="285293" cy="285293"/>
          </a:xfrm>
          <a:prstGeom prst="rect">
            <a:avLst/>
          </a:prstGeom>
        </p:spPr>
      </p:pic>
      <p:sp>
        <p:nvSpPr>
          <p:cNvPr id="39" name="Text 34"/>
          <p:cNvSpPr/>
          <p:nvPr/>
        </p:nvSpPr>
        <p:spPr>
          <a:xfrm>
            <a:off x="8996477" y="5056632"/>
            <a:ext cx="2646578" cy="502920"/>
          </a:xfrm>
          <a:prstGeom prst="rect">
            <a:avLst/>
          </a:prstGeom>
          <a:noFill/>
          <a:ln/>
        </p:spPr>
        <p:txBody>
          <a:bodyPr wrap="square" lIns="0" tIns="0" rIns="0" bIns="0" rtlCol="0" anchor="ctr"/>
          <a:lstStyle/>
          <a:p>
            <a:pPr marL="0" indent="0" algn="l">
              <a:buNone/>
            </a:pPr>
            <a:r>
              <a:rPr lang="en-US" sz="1500" b="1" dirty="0">
                <a:solidFill>
                  <a:srgbClr val="161616"/>
                </a:solidFill>
                <a:latin typeface="IBM Plex Sans SmBld" pitchFamily="34" charset="0"/>
                <a:ea typeface="IBM Plex Sans SmBld" pitchFamily="34" charset="-122"/>
                <a:cs typeface="IBM Plex Sans SmBld" pitchFamily="34" charset="-120"/>
              </a:rPr>
              <a:t>Un POC</a:t>
            </a:r>
            <a:endParaRPr lang="en-US" sz="1500" dirty="0"/>
          </a:p>
        </p:txBody>
      </p:sp>
      <p:sp>
        <p:nvSpPr>
          <p:cNvPr id="40" name="Text 35"/>
          <p:cNvSpPr/>
          <p:nvPr/>
        </p:nvSpPr>
        <p:spPr>
          <a:xfrm>
            <a:off x="8310677" y="5623560"/>
            <a:ext cx="3332378" cy="457200"/>
          </a:xfrm>
          <a:prstGeom prst="rect">
            <a:avLst/>
          </a:prstGeom>
          <a:noFill/>
          <a:ln/>
        </p:spPr>
        <p:txBody>
          <a:bodyPr wrap="square" lIns="0" tIns="0" rIns="0" bIns="0" rtlCol="0" anchor="t"/>
          <a:lstStyle/>
          <a:p>
            <a:pPr marL="0" indent="0" algn="l">
              <a:lnSpc>
                <a:spcPct val="112000"/>
              </a:lnSpc>
              <a:buNone/>
            </a:pPr>
            <a:r>
              <a:rPr lang="en-US" sz="1200" dirty="0">
                <a:solidFill>
                  <a:srgbClr val="525252"/>
                </a:solidFill>
                <a:latin typeface="IBM Plex Sans" pitchFamily="34" charset="0"/>
                <a:ea typeface="IBM Plex Sans" pitchFamily="34" charset="-122"/>
                <a:cs typeface="IBM Plex Sans" pitchFamily="34" charset="-120"/>
              </a:rPr>
              <a:t>Un démonstrateur sur votre environnement</a:t>
            </a:r>
            <a:endParaRPr lang="en-US" sz="1200" dirty="0"/>
          </a:p>
        </p:txBody>
      </p:sp>
      <p:sp>
        <p:nvSpPr>
          <p:cNvPr id="41" name="Text 36"/>
          <p:cNvSpPr/>
          <p:nvPr/>
        </p:nvSpPr>
        <p:spPr>
          <a:xfrm>
            <a:off x="8310677" y="6062472"/>
            <a:ext cx="3332378" cy="320040"/>
          </a:xfrm>
          <a:prstGeom prst="rect">
            <a:avLst/>
          </a:prstGeom>
          <a:noFill/>
          <a:ln/>
        </p:spPr>
        <p:txBody>
          <a:bodyPr wrap="square" lIns="0" tIns="0" rIns="0" bIns="0" rtlCol="0" anchor="t"/>
          <a:lstStyle/>
          <a:p>
            <a:pPr marL="0" indent="0" algn="l">
              <a:buNone/>
            </a:pPr>
            <a:r>
              <a:rPr lang="en-US" sz="1200" b="1" dirty="0">
                <a:solidFill>
                  <a:srgbClr val="0F62FE"/>
                </a:solidFill>
                <a:latin typeface="IBM Plex Sans SmBld" pitchFamily="34" charset="0"/>
                <a:ea typeface="IBM Plex Sans SmBld" pitchFamily="34" charset="-122"/>
                <a:cs typeface="IBM Plex Sans SmBld" pitchFamily="34" charset="-120"/>
              </a:rPr>
              <a:t>3-4 semaines</a:t>
            </a:r>
            <a:endParaRPr lang="en-US" sz="1200" dirty="0"/>
          </a:p>
        </p:txBody>
      </p:sp>
      <p:sp>
        <p:nvSpPr>
          <p:cNvPr id="42" name="Text 37"/>
          <p:cNvSpPr/>
          <p:nvPr/>
        </p:nvSpPr>
        <p:spPr>
          <a:xfrm>
            <a:off x="548640" y="6473952"/>
            <a:ext cx="4572000" cy="274320"/>
          </a:xfrm>
          <a:prstGeom prst="rect">
            <a:avLst/>
          </a:prstGeom>
          <a:noFill/>
          <a:ln/>
        </p:spPr>
        <p:txBody>
          <a:bodyPr wrap="square" lIns="0" tIns="0" rIns="0" bIns="0" rtlCol="0" anchor="ctr"/>
          <a:lstStyle/>
          <a:p>
            <a:pPr marL="0" indent="0" algn="l">
              <a:buNone/>
            </a:pPr>
            <a:r>
              <a:rPr lang="en-US" sz="800" dirty="0">
                <a:solidFill>
                  <a:srgbClr val="8D8D8D"/>
                </a:solidFill>
                <a:latin typeface="IBM Plex Sans" pitchFamily="34" charset="0"/>
                <a:ea typeface="IBM Plex Sans" pitchFamily="34" charset="-122"/>
                <a:cs typeface="IBM Plex Sans" pitchFamily="34" charset="-120"/>
              </a:rPr>
              <a:t>© 2026 IBM Corporation</a:t>
            </a:r>
            <a:endParaRPr lang="en-US" sz="800" dirty="0"/>
          </a:p>
        </p:txBody>
      </p:sp>
      <p:sp>
        <p:nvSpPr>
          <p:cNvPr id="43" name="Text 38"/>
          <p:cNvSpPr/>
          <p:nvPr/>
        </p:nvSpPr>
        <p:spPr>
          <a:xfrm>
            <a:off x="11551615" y="6473952"/>
            <a:ext cx="365760" cy="274320"/>
          </a:xfrm>
          <a:prstGeom prst="rect">
            <a:avLst/>
          </a:prstGeom>
          <a:noFill/>
          <a:ln/>
        </p:spPr>
        <p:txBody>
          <a:bodyPr wrap="square" lIns="0" tIns="0" rIns="0" bIns="0" rtlCol="0" anchor="ctr"/>
          <a:lstStyle/>
          <a:p>
            <a:pPr marL="0" indent="0" algn="r">
              <a:buNone/>
            </a:pPr>
            <a:r>
              <a:rPr lang="en-US" sz="900" dirty="0">
                <a:solidFill>
                  <a:srgbClr val="8D8D8D"/>
                </a:solidFill>
                <a:latin typeface="IBM Plex Sans" pitchFamily="34" charset="0"/>
                <a:ea typeface="IBM Plex Sans" pitchFamily="34" charset="-122"/>
                <a:cs typeface="IBM Plex Sans" pitchFamily="34" charset="-120"/>
              </a:rPr>
              <a:t>14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TotalTime>
  <Words>1478</Words>
  <Application>Microsoft Macintosh PowerPoint</Application>
  <PresentationFormat>Grand écran</PresentationFormat>
  <Paragraphs>204</Paragraphs>
  <Slides>14</Slides>
  <Notes>14</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14</vt:i4>
      </vt:variant>
    </vt:vector>
  </HeadingPairs>
  <TitlesOfParts>
    <vt:vector size="19" baseType="lpstr">
      <vt:lpstr>Arial</vt:lpstr>
      <vt:lpstr>IBM Plex Sans</vt:lpstr>
      <vt:lpstr>IBM Plex Sans Light</vt:lpstr>
      <vt:lpstr>IBM Plex Sans SmBld</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Maintenance industrielle augmentée par l'IA agentique</dc:title>
  <dc:subject>PptxGenJS Presentation</dc:subject>
  <dc:creator/>
  <cp:lastModifiedBy>Francois Estepa</cp:lastModifiedBy>
  <cp:revision>3</cp:revision>
  <dcterms:created xsi:type="dcterms:W3CDTF">2026-06-29T14:09:55Z</dcterms:created>
  <dcterms:modified xsi:type="dcterms:W3CDTF">2026-06-29T14:53:31Z</dcterms:modified>
</cp:coreProperties>
</file>